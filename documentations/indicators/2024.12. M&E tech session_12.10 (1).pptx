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3D_EB3385A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modernComment_734_7E6C721F.xml" ContentType="application/vnd.ms-powerpoint.comments+xml"/>
  <Override PartName="/ppt/notesSlides/notesSlide24.xml" ContentType="application/vnd.openxmlformats-officedocument.presentationml.notesSlide+xml"/>
  <Override PartName="/ppt/comments/modernComment_736_68659B39.xml" ContentType="application/vnd.ms-powerpoint.comments+xml"/>
  <Override PartName="/ppt/notesSlides/notesSlide25.xml" ContentType="application/vnd.openxmlformats-officedocument.presentationml.notesSlide+xml"/>
  <Override PartName="/ppt/comments/modernComment_738_F3FE053C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0" r:id="rId4"/>
    <p:sldMasterId id="2147483740" r:id="rId5"/>
  </p:sldMasterIdLst>
  <p:notesMasterIdLst>
    <p:notesMasterId r:id="rId31"/>
  </p:notesMasterIdLst>
  <p:sldIdLst>
    <p:sldId id="1809" r:id="rId6"/>
    <p:sldId id="1735" r:id="rId7"/>
    <p:sldId id="1726" r:id="rId8"/>
    <p:sldId id="621" r:id="rId9"/>
    <p:sldId id="1738" r:id="rId10"/>
    <p:sldId id="1733" r:id="rId11"/>
    <p:sldId id="1853" r:id="rId12"/>
    <p:sldId id="1852" r:id="rId13"/>
    <p:sldId id="1841" r:id="rId14"/>
    <p:sldId id="1854" r:id="rId15"/>
    <p:sldId id="1855" r:id="rId16"/>
    <p:sldId id="1864" r:id="rId17"/>
    <p:sldId id="1865" r:id="rId18"/>
    <p:sldId id="1861" r:id="rId19"/>
    <p:sldId id="1819" r:id="rId20"/>
    <p:sldId id="1859" r:id="rId21"/>
    <p:sldId id="1866" r:id="rId22"/>
    <p:sldId id="1826" r:id="rId23"/>
    <p:sldId id="1857" r:id="rId24"/>
    <p:sldId id="1831" r:id="rId25"/>
    <p:sldId id="1862" r:id="rId26"/>
    <p:sldId id="1824" r:id="rId27"/>
    <p:sldId id="1844" r:id="rId28"/>
    <p:sldId id="1846" r:id="rId29"/>
    <p:sldId id="1848" r:id="rId30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2" userDrawn="1">
          <p15:clr>
            <a:srgbClr val="A4A3A4"/>
          </p15:clr>
        </p15:guide>
        <p15:guide id="2" pos="476" userDrawn="1">
          <p15:clr>
            <a:srgbClr val="A4A3A4"/>
          </p15:clr>
        </p15:guide>
        <p15:guide id="3" pos="6332" userDrawn="1">
          <p15:clr>
            <a:srgbClr val="A4A3A4"/>
          </p15:clr>
        </p15:guide>
        <p15:guide id="4" orient="horz" pos="3562" userDrawn="1">
          <p15:clr>
            <a:srgbClr val="A4A3A4"/>
          </p15:clr>
        </p15:guide>
        <p15:guide id="5" pos="114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AA8D0B-42DF-EDBB-4179-E0A8C87C116B}" name="Collin Whelley" initials="CW" userId="fe827a67e43d8333" providerId="Windows Live"/>
  <p188:author id="{26E113A2-91F2-C140-841D-12AF80595E5A}" name="Salvi, Devashri Digvijay" initials="SDD" userId="S::ddsalvi@bwh.harvard.edu::8cf1816d-5064-4e96-ba3c-cdf01ba6e761" providerId="AD"/>
  <p188:author id="{310F87B9-C101-3726-2C67-EA6800A48D3D}" name="Gomber, Apoorva" initials="GA" userId="S::agomber@bwh.harvard.edu::bc134285-5a2f-4e66-8b38-1701e6a93807" providerId="AD"/>
  <p188:author id="{F9D954E4-93EB-2728-165C-711B3C4FE491}" name="Whelley, Collin Jaquet" initials="WC" userId="S::cwhelley@bwh.harvard.edu::89b2f03d-e533-4c85-b342-36a5d1670437" providerId="AD"/>
  <p188:author id="{46C9B2F8-3D94-04D2-AAC7-A70A19CEA43C}" name="Westervelt, Allison" initials="WA" userId="S::awestervelt@bwh.harvard.edu::42eecc1f-212c-41c7-8647-4fc9c01a96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498"/>
    <a:srgbClr val="009CA6"/>
    <a:srgbClr val="44546A"/>
    <a:srgbClr val="ED7D30"/>
    <a:srgbClr val="4AA046"/>
    <a:srgbClr val="6CA6D4"/>
    <a:srgbClr val="1F3764"/>
    <a:srgbClr val="0676BC"/>
    <a:srgbClr val="3CB671"/>
    <a:srgbClr val="45B7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F6AD6-7A87-4CB8-9685-7BD8E1E4BFAE}" v="170" dt="2024-12-10T21:33:40.566"/>
    <p1510:client id="{CB723AF6-1743-6074-9996-3E43E1217CDC}" v="3" dt="2024-12-10T17:10:40.030"/>
    <p1510:client id="{F9908A8A-D958-4057-BEB4-4C9CF6F9EFBB}" v="1342" dt="2024-12-11T12:42:21.3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4"/>
  </p:normalViewPr>
  <p:slideViewPr>
    <p:cSldViewPr snapToGrid="0">
      <p:cViewPr varScale="1">
        <p:scale>
          <a:sx n="68" d="100"/>
          <a:sy n="68" d="100"/>
        </p:scale>
        <p:origin x="728" y="208"/>
      </p:cViewPr>
      <p:guideLst>
        <p:guide orient="horz" pos="922"/>
        <p:guide pos="476"/>
        <p:guide pos="6332"/>
        <p:guide orient="horz" pos="3562"/>
        <p:guide pos="114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omments/modernComment_73D_EB3385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4B48F5-304A-4A75-B4D6-A1251611A5AD}" authorId="{F9D954E4-93EB-2728-165C-711B3C4FE491}" status="resolved" created="2024-12-09T14:29:05.194" complete="100000">
    <pc:sldMkLst xmlns:pc="http://schemas.microsoft.com/office/powerpoint/2013/main/command">
      <pc:docMk/>
      <pc:sldMk cId="3946022304" sldId="1853"/>
    </pc:sldMkLst>
    <p188:replyLst>
      <p188:reply id="{5BC74091-8CD1-4A2E-BE1E-1470C5542226}" authorId="{F9D954E4-93EB-2728-165C-711B3C4FE491}" created="2024-12-09T14:29:12.851">
        <p188:txBody>
          <a:bodyPr/>
          <a:lstStyle/>
          <a:p>
            <a:r>
              <a:rPr lang="en-US"/>
              <a:t>right?</a:t>
            </a:r>
          </a:p>
        </p188:txBody>
      </p188:reply>
    </p188:replyLst>
    <p188:txBody>
      <a:bodyPr/>
      <a:lstStyle/>
      <a:p>
        <a:r>
          <a:rPr lang="en-US"/>
          <a:t>Should be "Other Mid-level provider"</a:t>
        </a:r>
      </a:p>
    </p188:txBody>
  </p188:cm>
</p188:cmLst>
</file>

<file path=ppt/comments/modernComment_734_7E6C72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EE2ECD-C249-4ACF-A96F-BEEE1A891712}" authorId="{F9D954E4-93EB-2728-165C-711B3C4FE491}" status="resolved" created="2024-12-09T14:36:37.14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21036319" sldId="1844"/>
      <ac:spMk id="3" creationId="{A75D6454-116B-7077-B21C-0A305FF9B230}"/>
      <ac:txMk cp="3" len="6">
        <ac:context len="10" hash="2695898211"/>
      </ac:txMk>
    </ac:txMkLst>
    <p188:pos x="2698658" y="434975"/>
    <p188:txBody>
      <a:bodyPr/>
      <a:lstStyle/>
      <a:p>
        <a:r>
          <a:rPr lang="en-US"/>
          <a:t>this just in - we need to stop using the "Severe condition" language. can we just say Conditions? </a:t>
        </a:r>
      </a:p>
    </p188:txBody>
  </p188:cm>
  <p188:cm id="{57323A9B-4102-4108-BA5B-C17C80FAA772}" authorId="{F9D954E4-93EB-2728-165C-711B3C4FE491}" status="resolved" created="2024-12-09T14:39:45.55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21036319" sldId="1844"/>
      <ac:spMk id="6" creationId="{1B11ABC0-DCFE-D22E-3CB5-34D3DB395A7D}"/>
      <ac:txMk cp="28" len="18">
        <ac:context len="54" hash="1016832513"/>
      </ac:txMk>
    </ac:txMkLst>
    <p188:pos x="1177267" y="1939263"/>
    <p188:txBody>
      <a:bodyPr/>
      <a:lstStyle/>
      <a:p>
        <a:r>
          <a:rPr lang="en-US"/>
          <a:t>what does "expansion clinics" mean? Just the ones opening this year? </a:t>
        </a:r>
      </a:p>
    </p188:txBody>
  </p188:cm>
</p188:cmLst>
</file>

<file path=ppt/comments/modernComment_736_68659B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96B9A0-70CC-43F3-96BC-2BDBBBCCB77B}" authorId="{F9D954E4-93EB-2728-165C-711B3C4FE491}" status="resolved" created="2024-12-09T14:38:19.99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51489337" sldId="1846"/>
      <ac:spMk id="3" creationId="{A75D6454-116B-7077-B21C-0A305FF9B230}"/>
      <ac:txMk cp="3" len="6">
        <ac:context len="10" hash="2695898211"/>
      </ac:txMk>
    </ac:txMkLst>
    <p188:pos x="2698658" y="434975"/>
    <p188:txBody>
      <a:bodyPr/>
      <a:lstStyle/>
      <a:p>
        <a:r>
          <a:rPr lang="en-US"/>
          <a:t>can we order these by least to most or most to least? and can we change the term "site" to "Country"? </a:t>
        </a:r>
      </a:p>
    </p188:txBody>
  </p188:cm>
</p188:cmLst>
</file>

<file path=ppt/comments/modernComment_738_F3FE05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B7878D-1983-43C7-857F-2D6C9EAA9B8B}" authorId="{F9D954E4-93EB-2728-165C-711B3C4FE491}" status="resolved" created="2024-12-09T14:38:43.85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93510972" sldId="1848"/>
      <ac:spMk id="3" creationId="{A75D6454-116B-7077-B21C-0A305FF9B230}"/>
      <ac:txMk cp="3" len="6">
        <ac:context len="10" hash="2695898211"/>
      </ac:txMk>
    </ac:txMkLst>
    <p188:pos x="2698658" y="434975"/>
    <p188:txBody>
      <a:bodyPr/>
      <a:lstStyle/>
      <a:p>
        <a:r>
          <a:rPr lang="en-US"/>
          <a:t>please drop "Severe" </a:t>
        </a:r>
      </a:p>
    </p188:txBody>
  </p188:cm>
  <p188:cm id="{34E65BEE-6D56-4802-A722-BC9EEFF15765}" authorId="{F9D954E4-93EB-2728-165C-711B3C4FE491}" status="resolved" created="2024-12-09T14:45:02.43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93510972" sldId="1848"/>
      <ac:spMk id="8" creationId="{45A68047-6AD1-DC39-9D4B-B3FCB9F4A976}"/>
      <ac:txMk cp="8" len="1">
        <ac:context len="43" hash="2631279427"/>
      </ac:txMk>
    </ac:txMkLst>
    <p188:pos x="1883627" y="453098"/>
    <p188:txBody>
      <a:bodyPr/>
      <a:lstStyle/>
      <a:p>
        <a:r>
          <a:rPr lang="en-US"/>
          <a:t>can we make sure that % is replaced with "proportion of" in this context- just flagging this 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51C414-E94E-AD49-B920-122B9662E50E}" type="doc">
      <dgm:prSet loTypeId="urn:microsoft.com/office/officeart/2005/8/layout/process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C9C6D7E-6B25-B843-A5E8-BF4EAE4D49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/>
            <a:t>Name/Country/Clinic </a:t>
          </a:r>
        </a:p>
      </dgm:t>
    </dgm:pt>
    <dgm:pt modelId="{5D296380-88E7-9646-A804-8B0807DB8A35}" type="parTrans" cxnId="{1DD9557E-02E7-A048-BEC7-C196A80870EA}">
      <dgm:prSet/>
      <dgm:spPr/>
      <dgm:t>
        <a:bodyPr/>
        <a:lstStyle/>
        <a:p>
          <a:pPr>
            <a:lnSpc>
              <a:spcPct val="100000"/>
            </a:lnSpc>
          </a:pPr>
          <a:endParaRPr lang="en-US" sz="1800"/>
        </a:p>
      </dgm:t>
    </dgm:pt>
    <dgm:pt modelId="{1C7A092B-05AD-A447-99E0-858E76E2DAB5}" type="sibTrans" cxnId="{1DD9557E-02E7-A048-BEC7-C196A80870EA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800"/>
        </a:p>
      </dgm:t>
    </dgm:pt>
    <dgm:pt modelId="{C136C540-F915-944F-8DB7-C0521D72410F}">
      <dgm:prSet phldr="0"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3200" b="1">
              <a:latin typeface="Calibri Light" panose="020F0302020204030204"/>
            </a:rPr>
            <a:t>City/ Town you are calling from</a:t>
          </a:r>
          <a:endParaRPr lang="en-US" sz="3200" b="1"/>
        </a:p>
      </dgm:t>
    </dgm:pt>
    <dgm:pt modelId="{B0F66213-19AA-1F4B-B4BB-F52AA41E8AD7}" type="parTrans" cxnId="{AF9A1130-D62D-9948-A668-DE0E98F79001}">
      <dgm:prSet/>
      <dgm:spPr/>
      <dgm:t>
        <a:bodyPr/>
        <a:lstStyle/>
        <a:p>
          <a:pPr>
            <a:lnSpc>
              <a:spcPct val="100000"/>
            </a:lnSpc>
          </a:pPr>
          <a:endParaRPr lang="en-US" sz="1800"/>
        </a:p>
      </dgm:t>
    </dgm:pt>
    <dgm:pt modelId="{B8E6A1EB-A8AE-D04E-AD91-DFA1D758B10C}" type="sibTrans" cxnId="{AF9A1130-D62D-9948-A668-DE0E98F79001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800"/>
        </a:p>
      </dgm:t>
    </dgm:pt>
    <dgm:pt modelId="{DC3E2D00-AC51-EF40-9772-32869497F660}" type="pres">
      <dgm:prSet presAssocID="{4C51C414-E94E-AD49-B920-122B9662E50E}" presName="linearFlow" presStyleCnt="0">
        <dgm:presLayoutVars>
          <dgm:resizeHandles val="exact"/>
        </dgm:presLayoutVars>
      </dgm:prSet>
      <dgm:spPr/>
    </dgm:pt>
    <dgm:pt modelId="{FBE41EBB-74BB-DD46-839E-1A1F419D6FD1}" type="pres">
      <dgm:prSet presAssocID="{5C9C6D7E-6B25-B843-A5E8-BF4EAE4D49E3}" presName="node" presStyleLbl="node1" presStyleIdx="0" presStyleCnt="2" custScaleX="180965">
        <dgm:presLayoutVars>
          <dgm:bulletEnabled val="1"/>
        </dgm:presLayoutVars>
      </dgm:prSet>
      <dgm:spPr/>
    </dgm:pt>
    <dgm:pt modelId="{A1FA7934-A905-5843-88F0-3C8CF065D7C9}" type="pres">
      <dgm:prSet presAssocID="{1C7A092B-05AD-A447-99E0-858E76E2DAB5}" presName="sibTrans" presStyleLbl="sibTrans2D1" presStyleIdx="0" presStyleCnt="1"/>
      <dgm:spPr/>
    </dgm:pt>
    <dgm:pt modelId="{23D6B997-5849-144D-BCE4-9453B3E7FBDB}" type="pres">
      <dgm:prSet presAssocID="{1C7A092B-05AD-A447-99E0-858E76E2DAB5}" presName="connectorText" presStyleLbl="sibTrans2D1" presStyleIdx="0" presStyleCnt="1"/>
      <dgm:spPr/>
    </dgm:pt>
    <dgm:pt modelId="{60AE76B5-6045-5B48-BF55-4A70C47D24BD}" type="pres">
      <dgm:prSet presAssocID="{C136C540-F915-944F-8DB7-C0521D72410F}" presName="node" presStyleLbl="node1" presStyleIdx="1" presStyleCnt="2" custScaleX="180965">
        <dgm:presLayoutVars>
          <dgm:bulletEnabled val="1"/>
        </dgm:presLayoutVars>
      </dgm:prSet>
      <dgm:spPr/>
    </dgm:pt>
  </dgm:ptLst>
  <dgm:cxnLst>
    <dgm:cxn modelId="{20FF6318-50D3-401E-8CA3-03CE03CB9E86}" type="presOf" srcId="{1C7A092B-05AD-A447-99E0-858E76E2DAB5}" destId="{A1FA7934-A905-5843-88F0-3C8CF065D7C9}" srcOrd="0" destOrd="0" presId="urn:microsoft.com/office/officeart/2005/8/layout/process2"/>
    <dgm:cxn modelId="{AF9A1130-D62D-9948-A668-DE0E98F79001}" srcId="{4C51C414-E94E-AD49-B920-122B9662E50E}" destId="{C136C540-F915-944F-8DB7-C0521D72410F}" srcOrd="1" destOrd="0" parTransId="{B0F66213-19AA-1F4B-B4BB-F52AA41E8AD7}" sibTransId="{B8E6A1EB-A8AE-D04E-AD91-DFA1D758B10C}"/>
    <dgm:cxn modelId="{3DD66041-9BDF-4EC4-88AE-EB4F5310120F}" type="presOf" srcId="{5C9C6D7E-6B25-B843-A5E8-BF4EAE4D49E3}" destId="{FBE41EBB-74BB-DD46-839E-1A1F419D6FD1}" srcOrd="0" destOrd="0" presId="urn:microsoft.com/office/officeart/2005/8/layout/process2"/>
    <dgm:cxn modelId="{E9862559-1CA4-4CD8-BF52-183D6B9C6E4E}" type="presOf" srcId="{1C7A092B-05AD-A447-99E0-858E76E2DAB5}" destId="{23D6B997-5849-144D-BCE4-9453B3E7FBDB}" srcOrd="1" destOrd="0" presId="urn:microsoft.com/office/officeart/2005/8/layout/process2"/>
    <dgm:cxn modelId="{0D078873-9A35-4F8E-8374-02F026CD438A}" type="presOf" srcId="{C136C540-F915-944F-8DB7-C0521D72410F}" destId="{60AE76B5-6045-5B48-BF55-4A70C47D24BD}" srcOrd="0" destOrd="0" presId="urn:microsoft.com/office/officeart/2005/8/layout/process2"/>
    <dgm:cxn modelId="{1DD9557E-02E7-A048-BEC7-C196A80870EA}" srcId="{4C51C414-E94E-AD49-B920-122B9662E50E}" destId="{5C9C6D7E-6B25-B843-A5E8-BF4EAE4D49E3}" srcOrd="0" destOrd="0" parTransId="{5D296380-88E7-9646-A804-8B0807DB8A35}" sibTransId="{1C7A092B-05AD-A447-99E0-858E76E2DAB5}"/>
    <dgm:cxn modelId="{349463C7-B1AA-D24F-95E5-9BCE05306169}" type="presOf" srcId="{4C51C414-E94E-AD49-B920-122B9662E50E}" destId="{DC3E2D00-AC51-EF40-9772-32869497F660}" srcOrd="0" destOrd="0" presId="urn:microsoft.com/office/officeart/2005/8/layout/process2"/>
    <dgm:cxn modelId="{EA27279D-1751-4B66-BFC3-AA38A4381BCB}" type="presParOf" srcId="{DC3E2D00-AC51-EF40-9772-32869497F660}" destId="{FBE41EBB-74BB-DD46-839E-1A1F419D6FD1}" srcOrd="0" destOrd="0" presId="urn:microsoft.com/office/officeart/2005/8/layout/process2"/>
    <dgm:cxn modelId="{6AC12E60-65D4-446D-850C-AEAE5C8908A0}" type="presParOf" srcId="{DC3E2D00-AC51-EF40-9772-32869497F660}" destId="{A1FA7934-A905-5843-88F0-3C8CF065D7C9}" srcOrd="1" destOrd="0" presId="urn:microsoft.com/office/officeart/2005/8/layout/process2"/>
    <dgm:cxn modelId="{CC428B02-42CB-4489-95F1-B70DB331E964}" type="presParOf" srcId="{A1FA7934-A905-5843-88F0-3C8CF065D7C9}" destId="{23D6B997-5849-144D-BCE4-9453B3E7FBDB}" srcOrd="0" destOrd="0" presId="urn:microsoft.com/office/officeart/2005/8/layout/process2"/>
    <dgm:cxn modelId="{F9410212-5205-4252-8B5B-18E2D31D0504}" type="presParOf" srcId="{DC3E2D00-AC51-EF40-9772-32869497F660}" destId="{60AE76B5-6045-5B48-BF55-4A70C47D24BD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7D259F-866F-5F4C-9B9F-0E94F1997D6A}" type="doc">
      <dgm:prSet loTypeId="urn:microsoft.com/office/officeart/2005/8/layout/list1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58DC43F-6FA6-1E48-998D-53F2C83BAA02}">
      <dgm:prSet phldrT="[Text]"/>
      <dgm:spPr/>
      <dgm:t>
        <a:bodyPr/>
        <a:lstStyle/>
        <a:p>
          <a:r>
            <a:rPr lang="en-US" b="1"/>
            <a:t>Welcome (5 Minutes) </a:t>
          </a:r>
        </a:p>
      </dgm:t>
    </dgm:pt>
    <dgm:pt modelId="{C95A4717-2E83-B24F-9F3E-6A62353022A8}" type="parTrans" cxnId="{FA339A61-130B-5F4B-8D7F-D25D0D697F6E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7FDDDFBA-0AE8-8D45-BED5-55AEFAE72295}" type="sibTrans" cxnId="{FA339A61-130B-5F4B-8D7F-D25D0D697F6E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C7382EC9-664D-7E45-A4E7-E05CCD652C2D}">
      <dgm:prSet phldrT="[Text]"/>
      <dgm:spPr/>
      <dgm:t>
        <a:bodyPr/>
        <a:lstStyle/>
        <a:p>
          <a:r>
            <a:rPr lang="en-US" b="1"/>
            <a:t>What is new in quarter 4 (20 Minutes) </a:t>
          </a:r>
        </a:p>
      </dgm:t>
    </dgm:pt>
    <dgm:pt modelId="{2566E73D-8C77-574D-AC20-DF30D3F08A7C}" type="parTrans" cxnId="{F6A2B958-4CB7-4443-A9E0-A32979CAF91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F49DF519-2A58-B943-8F73-586E2467A039}" type="sibTrans" cxnId="{F6A2B958-4CB7-4443-A9E0-A32979CAF91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6274F374-15F1-6F40-9794-A0B78543A2E2}">
      <dgm:prSet phldrT="[Text]"/>
      <dgm:spPr/>
      <dgm:t>
        <a:bodyPr/>
        <a:lstStyle/>
        <a:p>
          <a:r>
            <a:rPr lang="en-US" b="1"/>
            <a:t>Tally sheet changes (10 Minutes)</a:t>
          </a:r>
        </a:p>
      </dgm:t>
    </dgm:pt>
    <dgm:pt modelId="{27BD5BAA-40E4-9F45-8FC5-942BF6462F69}" type="parTrans" cxnId="{264DECB1-23F9-194D-88CA-11F7ECEFA600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E8E73B9-2E71-F748-B483-1A00CE8A952A}" type="sibTrans" cxnId="{264DECB1-23F9-194D-88CA-11F7ECEFA600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A5667499-B3AD-D34E-AB4F-8AA2D55F39F0}">
      <dgm:prSet phldrT="[Text]"/>
      <dgm:spPr/>
      <dgm:t>
        <a:bodyPr/>
        <a:lstStyle/>
        <a:p>
          <a:r>
            <a:rPr lang="en-US" b="1"/>
            <a:t>Q3 data review (5 minutes)</a:t>
          </a:r>
        </a:p>
      </dgm:t>
    </dgm:pt>
    <dgm:pt modelId="{A6F73193-2805-0A42-87A4-2A39A66A3FCD}" type="parTrans" cxnId="{F3CC89A9-4786-9947-9950-D45B7D96ACB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46D4DD2A-5B74-3845-92F2-0315C9B495F7}" type="sibTrans" cxnId="{F3CC89A9-4786-9947-9950-D45B7D96ACB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BED6B700-54FA-4D0A-8EA7-FDFBBFB7BE31}">
      <dgm:prSet phldr="0"/>
      <dgm:spPr/>
      <dgm:t>
        <a:bodyPr/>
        <a:lstStyle/>
        <a:p>
          <a:pPr rtl="0"/>
          <a:r>
            <a:rPr lang="en-US" b="1">
              <a:solidFill>
                <a:schemeClr val="bg1"/>
              </a:solidFill>
              <a:latin typeface="Calibri"/>
              <a:ea typeface="Calibri"/>
              <a:cs typeface="Calibri"/>
            </a:rPr>
            <a:t>Questions &amp; feedback (15 minutes)</a:t>
          </a:r>
          <a:endParaRPr lang="en-US" b="1">
            <a:solidFill>
              <a:schemeClr val="bg1"/>
            </a:solidFill>
            <a:latin typeface="Calibri Light" panose="020F0302020204030204"/>
          </a:endParaRPr>
        </a:p>
      </dgm:t>
    </dgm:pt>
    <dgm:pt modelId="{66302527-FBE8-4B90-A2F7-ABE07ED2C4C5}" type="parTrans" cxnId="{483C6743-C70E-42BE-9190-B91FF2C2705C}">
      <dgm:prSet/>
      <dgm:spPr/>
      <dgm:t>
        <a:bodyPr/>
        <a:lstStyle/>
        <a:p>
          <a:endParaRPr lang="en-US"/>
        </a:p>
      </dgm:t>
    </dgm:pt>
    <dgm:pt modelId="{807C25EF-C055-4B3E-B5AB-527573D24D96}" type="sibTrans" cxnId="{483C6743-C70E-42BE-9190-B91FF2C2705C}">
      <dgm:prSet/>
      <dgm:spPr/>
      <dgm:t>
        <a:bodyPr/>
        <a:lstStyle/>
        <a:p>
          <a:endParaRPr lang="en-US"/>
        </a:p>
      </dgm:t>
    </dgm:pt>
    <dgm:pt modelId="{B75BBA20-EEB9-4566-BCBE-945EEDBD13D8}">
      <dgm:prSet phldrT="[Text]"/>
      <dgm:spPr/>
      <dgm:t>
        <a:bodyPr/>
        <a:lstStyle/>
        <a:p>
          <a:r>
            <a:rPr lang="en-US" b="1"/>
            <a:t>Reporting reminders (5 Minutes) </a:t>
          </a:r>
        </a:p>
      </dgm:t>
    </dgm:pt>
    <dgm:pt modelId="{2D25EE10-E695-4B8C-A0B8-32893CEFF451}" type="parTrans" cxnId="{D11D1035-AAA1-4892-A68D-CD269E745111}">
      <dgm:prSet/>
      <dgm:spPr/>
      <dgm:t>
        <a:bodyPr/>
        <a:lstStyle/>
        <a:p>
          <a:endParaRPr lang="en-US"/>
        </a:p>
      </dgm:t>
    </dgm:pt>
    <dgm:pt modelId="{70DB3432-63AA-4BF7-A693-285AF63AA887}" type="sibTrans" cxnId="{D11D1035-AAA1-4892-A68D-CD269E745111}">
      <dgm:prSet/>
      <dgm:spPr/>
      <dgm:t>
        <a:bodyPr/>
        <a:lstStyle/>
        <a:p>
          <a:endParaRPr lang="en-US"/>
        </a:p>
      </dgm:t>
    </dgm:pt>
    <dgm:pt modelId="{C0F8B91B-A649-DF47-BA87-FDA473D12AEB}" type="pres">
      <dgm:prSet presAssocID="{3A7D259F-866F-5F4C-9B9F-0E94F1997D6A}" presName="linear" presStyleCnt="0">
        <dgm:presLayoutVars>
          <dgm:dir/>
          <dgm:animLvl val="lvl"/>
          <dgm:resizeHandles val="exact"/>
        </dgm:presLayoutVars>
      </dgm:prSet>
      <dgm:spPr/>
    </dgm:pt>
    <dgm:pt modelId="{395C4E4F-6E29-E348-9011-FCFBE1FD48E1}" type="pres">
      <dgm:prSet presAssocID="{758DC43F-6FA6-1E48-998D-53F2C83BAA02}" presName="parentLin" presStyleCnt="0"/>
      <dgm:spPr/>
    </dgm:pt>
    <dgm:pt modelId="{B082FCFA-9A18-6C4E-9ECD-CB7E39043392}" type="pres">
      <dgm:prSet presAssocID="{758DC43F-6FA6-1E48-998D-53F2C83BAA02}" presName="parentLeftMargin" presStyleLbl="node1" presStyleIdx="0" presStyleCnt="6"/>
      <dgm:spPr/>
    </dgm:pt>
    <dgm:pt modelId="{570974DF-76CD-7B42-8D21-D314ACBED522}" type="pres">
      <dgm:prSet presAssocID="{758DC43F-6FA6-1E48-998D-53F2C83BAA0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30652F9-D38A-EF46-9E22-901A60947137}" type="pres">
      <dgm:prSet presAssocID="{758DC43F-6FA6-1E48-998D-53F2C83BAA02}" presName="negativeSpace" presStyleCnt="0"/>
      <dgm:spPr/>
    </dgm:pt>
    <dgm:pt modelId="{E7D42C0E-10BB-324F-94DB-58180273E580}" type="pres">
      <dgm:prSet presAssocID="{758DC43F-6FA6-1E48-998D-53F2C83BAA02}" presName="childText" presStyleLbl="conFgAcc1" presStyleIdx="0" presStyleCnt="6">
        <dgm:presLayoutVars>
          <dgm:bulletEnabled val="1"/>
        </dgm:presLayoutVars>
      </dgm:prSet>
      <dgm:spPr/>
    </dgm:pt>
    <dgm:pt modelId="{DC863F7D-8048-1D4C-B5BD-29CCFB25613E}" type="pres">
      <dgm:prSet presAssocID="{7FDDDFBA-0AE8-8D45-BED5-55AEFAE72295}" presName="spaceBetweenRectangles" presStyleCnt="0"/>
      <dgm:spPr/>
    </dgm:pt>
    <dgm:pt modelId="{F47FFE0D-F77C-2B44-B21E-2AA89C5E614C}" type="pres">
      <dgm:prSet presAssocID="{C7382EC9-664D-7E45-A4E7-E05CCD652C2D}" presName="parentLin" presStyleCnt="0"/>
      <dgm:spPr/>
    </dgm:pt>
    <dgm:pt modelId="{A6FC61B8-B80F-6644-A99A-89EC35AB9FBC}" type="pres">
      <dgm:prSet presAssocID="{C7382EC9-664D-7E45-A4E7-E05CCD652C2D}" presName="parentLeftMargin" presStyleLbl="node1" presStyleIdx="0" presStyleCnt="6"/>
      <dgm:spPr/>
    </dgm:pt>
    <dgm:pt modelId="{26AA5316-AE5F-214C-AB48-1E730A948181}" type="pres">
      <dgm:prSet presAssocID="{C7382EC9-664D-7E45-A4E7-E05CCD652C2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8A960E5-B18F-9440-AC83-E34338F0D9A7}" type="pres">
      <dgm:prSet presAssocID="{C7382EC9-664D-7E45-A4E7-E05CCD652C2D}" presName="negativeSpace" presStyleCnt="0"/>
      <dgm:spPr/>
    </dgm:pt>
    <dgm:pt modelId="{93B617EE-436C-BA4A-8975-2C39D57FB780}" type="pres">
      <dgm:prSet presAssocID="{C7382EC9-664D-7E45-A4E7-E05CCD652C2D}" presName="childText" presStyleLbl="conFgAcc1" presStyleIdx="1" presStyleCnt="6">
        <dgm:presLayoutVars>
          <dgm:bulletEnabled val="1"/>
        </dgm:presLayoutVars>
      </dgm:prSet>
      <dgm:spPr/>
    </dgm:pt>
    <dgm:pt modelId="{3B7B6355-2421-3E4E-9B00-4AAAA309FC1E}" type="pres">
      <dgm:prSet presAssocID="{F49DF519-2A58-B943-8F73-586E2467A039}" presName="spaceBetweenRectangles" presStyleCnt="0"/>
      <dgm:spPr/>
    </dgm:pt>
    <dgm:pt modelId="{A132E26D-1C95-4C30-8F6E-4F7E1958DDA7}" type="pres">
      <dgm:prSet presAssocID="{B75BBA20-EEB9-4566-BCBE-945EEDBD13D8}" presName="parentLin" presStyleCnt="0"/>
      <dgm:spPr/>
    </dgm:pt>
    <dgm:pt modelId="{306A5FEC-2EF4-49A0-AFAD-6CB77AE7EA96}" type="pres">
      <dgm:prSet presAssocID="{B75BBA20-EEB9-4566-BCBE-945EEDBD13D8}" presName="parentLeftMargin" presStyleLbl="node1" presStyleIdx="1" presStyleCnt="6"/>
      <dgm:spPr/>
    </dgm:pt>
    <dgm:pt modelId="{80FFC63A-CE63-4759-9816-253EC3E91842}" type="pres">
      <dgm:prSet presAssocID="{B75BBA20-EEB9-4566-BCBE-945EEDBD13D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F2E7626-DBBC-47DD-B789-E107E14AFA25}" type="pres">
      <dgm:prSet presAssocID="{B75BBA20-EEB9-4566-BCBE-945EEDBD13D8}" presName="negativeSpace" presStyleCnt="0"/>
      <dgm:spPr/>
    </dgm:pt>
    <dgm:pt modelId="{062BB329-9AB0-43E1-958D-CAECF4100903}" type="pres">
      <dgm:prSet presAssocID="{B75BBA20-EEB9-4566-BCBE-945EEDBD13D8}" presName="childText" presStyleLbl="conFgAcc1" presStyleIdx="2" presStyleCnt="6">
        <dgm:presLayoutVars>
          <dgm:bulletEnabled val="1"/>
        </dgm:presLayoutVars>
      </dgm:prSet>
      <dgm:spPr/>
    </dgm:pt>
    <dgm:pt modelId="{FD877776-7A1E-449B-97F2-520B0D199FBB}" type="pres">
      <dgm:prSet presAssocID="{70DB3432-63AA-4BF7-A693-285AF63AA887}" presName="spaceBetweenRectangles" presStyleCnt="0"/>
      <dgm:spPr/>
    </dgm:pt>
    <dgm:pt modelId="{56FCF333-4374-4048-8299-20645F9869A6}" type="pres">
      <dgm:prSet presAssocID="{6274F374-15F1-6F40-9794-A0B78543A2E2}" presName="parentLin" presStyleCnt="0"/>
      <dgm:spPr/>
    </dgm:pt>
    <dgm:pt modelId="{C12155A6-9B27-2641-B379-A375555A628F}" type="pres">
      <dgm:prSet presAssocID="{6274F374-15F1-6F40-9794-A0B78543A2E2}" presName="parentLeftMargin" presStyleLbl="node1" presStyleIdx="2" presStyleCnt="6"/>
      <dgm:spPr/>
    </dgm:pt>
    <dgm:pt modelId="{6C8EAF0F-D40A-5946-9072-329257D5F4A0}" type="pres">
      <dgm:prSet presAssocID="{6274F374-15F1-6F40-9794-A0B78543A2E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21C89F9-C2DE-EC48-B722-9D97EECF6664}" type="pres">
      <dgm:prSet presAssocID="{6274F374-15F1-6F40-9794-A0B78543A2E2}" presName="negativeSpace" presStyleCnt="0"/>
      <dgm:spPr/>
    </dgm:pt>
    <dgm:pt modelId="{24B399D6-CD0F-1C49-956D-6AF8DE053A2F}" type="pres">
      <dgm:prSet presAssocID="{6274F374-15F1-6F40-9794-A0B78543A2E2}" presName="childText" presStyleLbl="conFgAcc1" presStyleIdx="3" presStyleCnt="6">
        <dgm:presLayoutVars>
          <dgm:bulletEnabled val="1"/>
        </dgm:presLayoutVars>
      </dgm:prSet>
      <dgm:spPr/>
    </dgm:pt>
    <dgm:pt modelId="{42B62954-3B5B-684C-B9D9-D6826716C866}" type="pres">
      <dgm:prSet presAssocID="{DE8E73B9-2E71-F748-B483-1A00CE8A952A}" presName="spaceBetweenRectangles" presStyleCnt="0"/>
      <dgm:spPr/>
    </dgm:pt>
    <dgm:pt modelId="{F577BE45-9168-41F1-A359-E3AB87A98DC0}" type="pres">
      <dgm:prSet presAssocID="{BED6B700-54FA-4D0A-8EA7-FDFBBFB7BE31}" presName="parentLin" presStyleCnt="0"/>
      <dgm:spPr/>
    </dgm:pt>
    <dgm:pt modelId="{D58B0DA5-BEDA-442B-9857-5F957E333DD3}" type="pres">
      <dgm:prSet presAssocID="{BED6B700-54FA-4D0A-8EA7-FDFBBFB7BE31}" presName="parentLeftMargin" presStyleLbl="node1" presStyleIdx="3" presStyleCnt="6"/>
      <dgm:spPr/>
    </dgm:pt>
    <dgm:pt modelId="{7B3B0003-69DE-4FD3-8E99-34E22B557D7E}" type="pres">
      <dgm:prSet presAssocID="{BED6B700-54FA-4D0A-8EA7-FDFBBFB7BE3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B80AA26-6065-4307-A230-2CD52C38F1AA}" type="pres">
      <dgm:prSet presAssocID="{BED6B700-54FA-4D0A-8EA7-FDFBBFB7BE31}" presName="negativeSpace" presStyleCnt="0"/>
      <dgm:spPr/>
    </dgm:pt>
    <dgm:pt modelId="{5B896C3A-9264-45AB-922D-E57A622EAF9D}" type="pres">
      <dgm:prSet presAssocID="{BED6B700-54FA-4D0A-8EA7-FDFBBFB7BE31}" presName="childText" presStyleLbl="conFgAcc1" presStyleIdx="4" presStyleCnt="6">
        <dgm:presLayoutVars>
          <dgm:bulletEnabled val="1"/>
        </dgm:presLayoutVars>
      </dgm:prSet>
      <dgm:spPr/>
    </dgm:pt>
    <dgm:pt modelId="{83B79609-F25F-4699-95AA-E3A5DB07D19B}" type="pres">
      <dgm:prSet presAssocID="{807C25EF-C055-4B3E-B5AB-527573D24D96}" presName="spaceBetweenRectangles" presStyleCnt="0"/>
      <dgm:spPr/>
    </dgm:pt>
    <dgm:pt modelId="{BD9BE4AE-BACA-8549-BAFE-3FC881BCD44A}" type="pres">
      <dgm:prSet presAssocID="{A5667499-B3AD-D34E-AB4F-8AA2D55F39F0}" presName="parentLin" presStyleCnt="0"/>
      <dgm:spPr/>
    </dgm:pt>
    <dgm:pt modelId="{599E9408-58E3-4F48-8846-504338AD6DA6}" type="pres">
      <dgm:prSet presAssocID="{A5667499-B3AD-D34E-AB4F-8AA2D55F39F0}" presName="parentLeftMargin" presStyleLbl="node1" presStyleIdx="4" presStyleCnt="6"/>
      <dgm:spPr/>
    </dgm:pt>
    <dgm:pt modelId="{63C7535A-6795-D644-91EB-8D0276525309}" type="pres">
      <dgm:prSet presAssocID="{A5667499-B3AD-D34E-AB4F-8AA2D55F39F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CB1C7626-67D9-374D-8723-0405346A3356}" type="pres">
      <dgm:prSet presAssocID="{A5667499-B3AD-D34E-AB4F-8AA2D55F39F0}" presName="negativeSpace" presStyleCnt="0"/>
      <dgm:spPr/>
    </dgm:pt>
    <dgm:pt modelId="{3EDC20BF-699C-BB4B-BE09-8EF83D4745C8}" type="pres">
      <dgm:prSet presAssocID="{A5667499-B3AD-D34E-AB4F-8AA2D55F39F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112EB05-2079-4E82-AB74-93F909CB4A83}" type="presOf" srcId="{C7382EC9-664D-7E45-A4E7-E05CCD652C2D}" destId="{A6FC61B8-B80F-6644-A99A-89EC35AB9FBC}" srcOrd="0" destOrd="0" presId="urn:microsoft.com/office/officeart/2005/8/layout/list1"/>
    <dgm:cxn modelId="{E083920B-F070-4836-9C2D-F472038772B1}" type="presOf" srcId="{BED6B700-54FA-4D0A-8EA7-FDFBBFB7BE31}" destId="{D58B0DA5-BEDA-442B-9857-5F957E333DD3}" srcOrd="0" destOrd="0" presId="urn:microsoft.com/office/officeart/2005/8/layout/list1"/>
    <dgm:cxn modelId="{8A813411-A592-4A7D-851F-E815CBCE866F}" type="presOf" srcId="{A5667499-B3AD-D34E-AB4F-8AA2D55F39F0}" destId="{599E9408-58E3-4F48-8846-504338AD6DA6}" srcOrd="0" destOrd="0" presId="urn:microsoft.com/office/officeart/2005/8/layout/list1"/>
    <dgm:cxn modelId="{E3F1B11C-4C51-4AC5-9AFA-C68908C80E2A}" type="presOf" srcId="{A5667499-B3AD-D34E-AB4F-8AA2D55F39F0}" destId="{63C7535A-6795-D644-91EB-8D0276525309}" srcOrd="1" destOrd="0" presId="urn:microsoft.com/office/officeart/2005/8/layout/list1"/>
    <dgm:cxn modelId="{0BB51825-E658-4471-9C78-02509533F12D}" type="presOf" srcId="{C7382EC9-664D-7E45-A4E7-E05CCD652C2D}" destId="{26AA5316-AE5F-214C-AB48-1E730A948181}" srcOrd="1" destOrd="0" presId="urn:microsoft.com/office/officeart/2005/8/layout/list1"/>
    <dgm:cxn modelId="{D11D1035-AAA1-4892-A68D-CD269E745111}" srcId="{3A7D259F-866F-5F4C-9B9F-0E94F1997D6A}" destId="{B75BBA20-EEB9-4566-BCBE-945EEDBD13D8}" srcOrd="2" destOrd="0" parTransId="{2D25EE10-E695-4B8C-A0B8-32893CEFF451}" sibTransId="{70DB3432-63AA-4BF7-A693-285AF63AA887}"/>
    <dgm:cxn modelId="{483C6743-C70E-42BE-9190-B91FF2C2705C}" srcId="{3A7D259F-866F-5F4C-9B9F-0E94F1997D6A}" destId="{BED6B700-54FA-4D0A-8EA7-FDFBBFB7BE31}" srcOrd="4" destOrd="0" parTransId="{66302527-FBE8-4B90-A2F7-ABE07ED2C4C5}" sibTransId="{807C25EF-C055-4B3E-B5AB-527573D24D96}"/>
    <dgm:cxn modelId="{716EDE50-D095-4605-9108-9D3691547789}" type="presOf" srcId="{BED6B700-54FA-4D0A-8EA7-FDFBBFB7BE31}" destId="{7B3B0003-69DE-4FD3-8E99-34E22B557D7E}" srcOrd="1" destOrd="0" presId="urn:microsoft.com/office/officeart/2005/8/layout/list1"/>
    <dgm:cxn modelId="{F6A2B958-4CB7-4443-A9E0-A32979CAF913}" srcId="{3A7D259F-866F-5F4C-9B9F-0E94F1997D6A}" destId="{C7382EC9-664D-7E45-A4E7-E05CCD652C2D}" srcOrd="1" destOrd="0" parTransId="{2566E73D-8C77-574D-AC20-DF30D3F08A7C}" sibTransId="{F49DF519-2A58-B943-8F73-586E2467A039}"/>
    <dgm:cxn modelId="{FA339A61-130B-5F4B-8D7F-D25D0D697F6E}" srcId="{3A7D259F-866F-5F4C-9B9F-0E94F1997D6A}" destId="{758DC43F-6FA6-1E48-998D-53F2C83BAA02}" srcOrd="0" destOrd="0" parTransId="{C95A4717-2E83-B24F-9F3E-6A62353022A8}" sibTransId="{7FDDDFBA-0AE8-8D45-BED5-55AEFAE72295}"/>
    <dgm:cxn modelId="{FC512879-1112-4A18-8A97-6AEF279AC59D}" type="presOf" srcId="{6274F374-15F1-6F40-9794-A0B78543A2E2}" destId="{6C8EAF0F-D40A-5946-9072-329257D5F4A0}" srcOrd="1" destOrd="0" presId="urn:microsoft.com/office/officeart/2005/8/layout/list1"/>
    <dgm:cxn modelId="{D676CC9D-F92F-4668-B17D-32786BEAF00D}" type="presOf" srcId="{758DC43F-6FA6-1E48-998D-53F2C83BAA02}" destId="{B082FCFA-9A18-6C4E-9ECD-CB7E39043392}" srcOrd="0" destOrd="0" presId="urn:microsoft.com/office/officeart/2005/8/layout/list1"/>
    <dgm:cxn modelId="{8DB7A5A8-B669-42CB-804F-0E67D762671D}" type="presOf" srcId="{B75BBA20-EEB9-4566-BCBE-945EEDBD13D8}" destId="{80FFC63A-CE63-4759-9816-253EC3E91842}" srcOrd="1" destOrd="0" presId="urn:microsoft.com/office/officeart/2005/8/layout/list1"/>
    <dgm:cxn modelId="{F3CC89A9-4786-9947-9950-D45B7D96ACB3}" srcId="{3A7D259F-866F-5F4C-9B9F-0E94F1997D6A}" destId="{A5667499-B3AD-D34E-AB4F-8AA2D55F39F0}" srcOrd="5" destOrd="0" parTransId="{A6F73193-2805-0A42-87A4-2A39A66A3FCD}" sibTransId="{46D4DD2A-5B74-3845-92F2-0315C9B495F7}"/>
    <dgm:cxn modelId="{264DECB1-23F9-194D-88CA-11F7ECEFA600}" srcId="{3A7D259F-866F-5F4C-9B9F-0E94F1997D6A}" destId="{6274F374-15F1-6F40-9794-A0B78543A2E2}" srcOrd="3" destOrd="0" parTransId="{27BD5BAA-40E4-9F45-8FC5-942BF6462F69}" sibTransId="{DE8E73B9-2E71-F748-B483-1A00CE8A952A}"/>
    <dgm:cxn modelId="{23F47BC8-1BCE-4556-A4AB-00D18A4E0B26}" type="presOf" srcId="{758DC43F-6FA6-1E48-998D-53F2C83BAA02}" destId="{570974DF-76CD-7B42-8D21-D314ACBED522}" srcOrd="1" destOrd="0" presId="urn:microsoft.com/office/officeart/2005/8/layout/list1"/>
    <dgm:cxn modelId="{CB4C82D3-BF4C-EE49-B358-420C3ECA74A9}" type="presOf" srcId="{3A7D259F-866F-5F4C-9B9F-0E94F1997D6A}" destId="{C0F8B91B-A649-DF47-BA87-FDA473D12AEB}" srcOrd="0" destOrd="0" presId="urn:microsoft.com/office/officeart/2005/8/layout/list1"/>
    <dgm:cxn modelId="{1F4B60E1-0D18-460E-9EB6-DCE6FFFF1310}" type="presOf" srcId="{B75BBA20-EEB9-4566-BCBE-945EEDBD13D8}" destId="{306A5FEC-2EF4-49A0-AFAD-6CB77AE7EA96}" srcOrd="0" destOrd="0" presId="urn:microsoft.com/office/officeart/2005/8/layout/list1"/>
    <dgm:cxn modelId="{E72B4BEC-EDE4-4D58-BBAB-7C670AD66BDE}" type="presOf" srcId="{6274F374-15F1-6F40-9794-A0B78543A2E2}" destId="{C12155A6-9B27-2641-B379-A375555A628F}" srcOrd="0" destOrd="0" presId="urn:microsoft.com/office/officeart/2005/8/layout/list1"/>
    <dgm:cxn modelId="{22880D9B-CCEE-4F2F-B9E7-52C8D2E7D266}" type="presParOf" srcId="{C0F8B91B-A649-DF47-BA87-FDA473D12AEB}" destId="{395C4E4F-6E29-E348-9011-FCFBE1FD48E1}" srcOrd="0" destOrd="0" presId="urn:microsoft.com/office/officeart/2005/8/layout/list1"/>
    <dgm:cxn modelId="{2B01BA65-BBE7-4065-94DF-08EC70BA3551}" type="presParOf" srcId="{395C4E4F-6E29-E348-9011-FCFBE1FD48E1}" destId="{B082FCFA-9A18-6C4E-9ECD-CB7E39043392}" srcOrd="0" destOrd="0" presId="urn:microsoft.com/office/officeart/2005/8/layout/list1"/>
    <dgm:cxn modelId="{1A787E6D-8AC3-46BC-BFA3-26F829E771E9}" type="presParOf" srcId="{395C4E4F-6E29-E348-9011-FCFBE1FD48E1}" destId="{570974DF-76CD-7B42-8D21-D314ACBED522}" srcOrd="1" destOrd="0" presId="urn:microsoft.com/office/officeart/2005/8/layout/list1"/>
    <dgm:cxn modelId="{FDE4F89B-7561-4476-913B-2DDF3BE779C7}" type="presParOf" srcId="{C0F8B91B-A649-DF47-BA87-FDA473D12AEB}" destId="{B30652F9-D38A-EF46-9E22-901A60947137}" srcOrd="1" destOrd="0" presId="urn:microsoft.com/office/officeart/2005/8/layout/list1"/>
    <dgm:cxn modelId="{4A9464F9-1834-4BEC-AD2D-B8F26FD8F57A}" type="presParOf" srcId="{C0F8B91B-A649-DF47-BA87-FDA473D12AEB}" destId="{E7D42C0E-10BB-324F-94DB-58180273E580}" srcOrd="2" destOrd="0" presId="urn:microsoft.com/office/officeart/2005/8/layout/list1"/>
    <dgm:cxn modelId="{04B79EF2-CA4C-4EAA-B08D-29535F813A35}" type="presParOf" srcId="{C0F8B91B-A649-DF47-BA87-FDA473D12AEB}" destId="{DC863F7D-8048-1D4C-B5BD-29CCFB25613E}" srcOrd="3" destOrd="0" presId="urn:microsoft.com/office/officeart/2005/8/layout/list1"/>
    <dgm:cxn modelId="{3B481757-8214-48A1-9F95-3A5873D7AD45}" type="presParOf" srcId="{C0F8B91B-A649-DF47-BA87-FDA473D12AEB}" destId="{F47FFE0D-F77C-2B44-B21E-2AA89C5E614C}" srcOrd="4" destOrd="0" presId="urn:microsoft.com/office/officeart/2005/8/layout/list1"/>
    <dgm:cxn modelId="{E35AAD90-2E59-4650-952C-FB4E9C68550D}" type="presParOf" srcId="{F47FFE0D-F77C-2B44-B21E-2AA89C5E614C}" destId="{A6FC61B8-B80F-6644-A99A-89EC35AB9FBC}" srcOrd="0" destOrd="0" presId="urn:microsoft.com/office/officeart/2005/8/layout/list1"/>
    <dgm:cxn modelId="{2A3960B7-84F6-4F58-A69A-C38F05BE1B00}" type="presParOf" srcId="{F47FFE0D-F77C-2B44-B21E-2AA89C5E614C}" destId="{26AA5316-AE5F-214C-AB48-1E730A948181}" srcOrd="1" destOrd="0" presId="urn:microsoft.com/office/officeart/2005/8/layout/list1"/>
    <dgm:cxn modelId="{AEE1D521-5D4E-4B00-BEF7-A5AA03F15F74}" type="presParOf" srcId="{C0F8B91B-A649-DF47-BA87-FDA473D12AEB}" destId="{F8A960E5-B18F-9440-AC83-E34338F0D9A7}" srcOrd="5" destOrd="0" presId="urn:microsoft.com/office/officeart/2005/8/layout/list1"/>
    <dgm:cxn modelId="{39695841-7411-4951-A422-988907EEB3C2}" type="presParOf" srcId="{C0F8B91B-A649-DF47-BA87-FDA473D12AEB}" destId="{93B617EE-436C-BA4A-8975-2C39D57FB780}" srcOrd="6" destOrd="0" presId="urn:microsoft.com/office/officeart/2005/8/layout/list1"/>
    <dgm:cxn modelId="{488E9A6B-E414-487B-B2B1-5D4AEA380450}" type="presParOf" srcId="{C0F8B91B-A649-DF47-BA87-FDA473D12AEB}" destId="{3B7B6355-2421-3E4E-9B00-4AAAA309FC1E}" srcOrd="7" destOrd="0" presId="urn:microsoft.com/office/officeart/2005/8/layout/list1"/>
    <dgm:cxn modelId="{B19FA576-44D0-4A1A-9EB8-AD434A210F51}" type="presParOf" srcId="{C0F8B91B-A649-DF47-BA87-FDA473D12AEB}" destId="{A132E26D-1C95-4C30-8F6E-4F7E1958DDA7}" srcOrd="8" destOrd="0" presId="urn:microsoft.com/office/officeart/2005/8/layout/list1"/>
    <dgm:cxn modelId="{1272D68B-597E-4E3E-9CF7-012158AB4EF1}" type="presParOf" srcId="{A132E26D-1C95-4C30-8F6E-4F7E1958DDA7}" destId="{306A5FEC-2EF4-49A0-AFAD-6CB77AE7EA96}" srcOrd="0" destOrd="0" presId="urn:microsoft.com/office/officeart/2005/8/layout/list1"/>
    <dgm:cxn modelId="{0C4B50D8-C203-46DC-BA4C-19B9C47C0278}" type="presParOf" srcId="{A132E26D-1C95-4C30-8F6E-4F7E1958DDA7}" destId="{80FFC63A-CE63-4759-9816-253EC3E91842}" srcOrd="1" destOrd="0" presId="urn:microsoft.com/office/officeart/2005/8/layout/list1"/>
    <dgm:cxn modelId="{F267DAC7-9623-41F5-A64E-DB8C563CA3E7}" type="presParOf" srcId="{C0F8B91B-A649-DF47-BA87-FDA473D12AEB}" destId="{7F2E7626-DBBC-47DD-B789-E107E14AFA25}" srcOrd="9" destOrd="0" presId="urn:microsoft.com/office/officeart/2005/8/layout/list1"/>
    <dgm:cxn modelId="{4171C37C-A8EE-4444-9E34-A28CAA2FF6DE}" type="presParOf" srcId="{C0F8B91B-A649-DF47-BA87-FDA473D12AEB}" destId="{062BB329-9AB0-43E1-958D-CAECF4100903}" srcOrd="10" destOrd="0" presId="urn:microsoft.com/office/officeart/2005/8/layout/list1"/>
    <dgm:cxn modelId="{67AB0CDB-9010-4EB0-B277-CE0B08E86DDF}" type="presParOf" srcId="{C0F8B91B-A649-DF47-BA87-FDA473D12AEB}" destId="{FD877776-7A1E-449B-97F2-520B0D199FBB}" srcOrd="11" destOrd="0" presId="urn:microsoft.com/office/officeart/2005/8/layout/list1"/>
    <dgm:cxn modelId="{E7F53D47-27BE-4338-864E-7CC9713AB499}" type="presParOf" srcId="{C0F8B91B-A649-DF47-BA87-FDA473D12AEB}" destId="{56FCF333-4374-4048-8299-20645F9869A6}" srcOrd="12" destOrd="0" presId="urn:microsoft.com/office/officeart/2005/8/layout/list1"/>
    <dgm:cxn modelId="{E3FB1DC8-7A26-4749-BE53-2DF71EF1081C}" type="presParOf" srcId="{56FCF333-4374-4048-8299-20645F9869A6}" destId="{C12155A6-9B27-2641-B379-A375555A628F}" srcOrd="0" destOrd="0" presId="urn:microsoft.com/office/officeart/2005/8/layout/list1"/>
    <dgm:cxn modelId="{33DB91BC-196A-47B9-860C-A0A224710DF4}" type="presParOf" srcId="{56FCF333-4374-4048-8299-20645F9869A6}" destId="{6C8EAF0F-D40A-5946-9072-329257D5F4A0}" srcOrd="1" destOrd="0" presId="urn:microsoft.com/office/officeart/2005/8/layout/list1"/>
    <dgm:cxn modelId="{9C0A0BF4-65A3-4D62-BA78-0D92E480564A}" type="presParOf" srcId="{C0F8B91B-A649-DF47-BA87-FDA473D12AEB}" destId="{321C89F9-C2DE-EC48-B722-9D97EECF6664}" srcOrd="13" destOrd="0" presId="urn:microsoft.com/office/officeart/2005/8/layout/list1"/>
    <dgm:cxn modelId="{5AAE9C26-3950-4451-94DD-F9E87EB8DF17}" type="presParOf" srcId="{C0F8B91B-A649-DF47-BA87-FDA473D12AEB}" destId="{24B399D6-CD0F-1C49-956D-6AF8DE053A2F}" srcOrd="14" destOrd="0" presId="urn:microsoft.com/office/officeart/2005/8/layout/list1"/>
    <dgm:cxn modelId="{1349500D-32DC-4B10-973D-38FB18674CE9}" type="presParOf" srcId="{C0F8B91B-A649-DF47-BA87-FDA473D12AEB}" destId="{42B62954-3B5B-684C-B9D9-D6826716C866}" srcOrd="15" destOrd="0" presId="urn:microsoft.com/office/officeart/2005/8/layout/list1"/>
    <dgm:cxn modelId="{322987C3-E71A-4B01-A1E6-CB90C8A5A094}" type="presParOf" srcId="{C0F8B91B-A649-DF47-BA87-FDA473D12AEB}" destId="{F577BE45-9168-41F1-A359-E3AB87A98DC0}" srcOrd="16" destOrd="0" presId="urn:microsoft.com/office/officeart/2005/8/layout/list1"/>
    <dgm:cxn modelId="{7400D236-98A7-44E6-AAA7-947D856B6C80}" type="presParOf" srcId="{F577BE45-9168-41F1-A359-E3AB87A98DC0}" destId="{D58B0DA5-BEDA-442B-9857-5F957E333DD3}" srcOrd="0" destOrd="0" presId="urn:microsoft.com/office/officeart/2005/8/layout/list1"/>
    <dgm:cxn modelId="{E577A224-20E6-4231-B264-A0659C496D77}" type="presParOf" srcId="{F577BE45-9168-41F1-A359-E3AB87A98DC0}" destId="{7B3B0003-69DE-4FD3-8E99-34E22B557D7E}" srcOrd="1" destOrd="0" presId="urn:microsoft.com/office/officeart/2005/8/layout/list1"/>
    <dgm:cxn modelId="{DB25F945-FBA5-42E7-A299-F583C6D8BC3B}" type="presParOf" srcId="{C0F8B91B-A649-DF47-BA87-FDA473D12AEB}" destId="{8B80AA26-6065-4307-A230-2CD52C38F1AA}" srcOrd="17" destOrd="0" presId="urn:microsoft.com/office/officeart/2005/8/layout/list1"/>
    <dgm:cxn modelId="{C68A3240-EDB5-4E73-8391-03882FD8AB33}" type="presParOf" srcId="{C0F8B91B-A649-DF47-BA87-FDA473D12AEB}" destId="{5B896C3A-9264-45AB-922D-E57A622EAF9D}" srcOrd="18" destOrd="0" presId="urn:microsoft.com/office/officeart/2005/8/layout/list1"/>
    <dgm:cxn modelId="{8926BCAF-8B78-4857-9FD6-7D4B42C900AD}" type="presParOf" srcId="{C0F8B91B-A649-DF47-BA87-FDA473D12AEB}" destId="{83B79609-F25F-4699-95AA-E3A5DB07D19B}" srcOrd="19" destOrd="0" presId="urn:microsoft.com/office/officeart/2005/8/layout/list1"/>
    <dgm:cxn modelId="{FB7DD92F-2903-429C-9FD5-EB0F95C88DAC}" type="presParOf" srcId="{C0F8B91B-A649-DF47-BA87-FDA473D12AEB}" destId="{BD9BE4AE-BACA-8549-BAFE-3FC881BCD44A}" srcOrd="20" destOrd="0" presId="urn:microsoft.com/office/officeart/2005/8/layout/list1"/>
    <dgm:cxn modelId="{0A26E989-C468-4D00-8DDF-A5637EE40624}" type="presParOf" srcId="{BD9BE4AE-BACA-8549-BAFE-3FC881BCD44A}" destId="{599E9408-58E3-4F48-8846-504338AD6DA6}" srcOrd="0" destOrd="0" presId="urn:microsoft.com/office/officeart/2005/8/layout/list1"/>
    <dgm:cxn modelId="{60144BE9-00D5-41E5-A8F2-C606A5A1C642}" type="presParOf" srcId="{BD9BE4AE-BACA-8549-BAFE-3FC881BCD44A}" destId="{63C7535A-6795-D644-91EB-8D0276525309}" srcOrd="1" destOrd="0" presId="urn:microsoft.com/office/officeart/2005/8/layout/list1"/>
    <dgm:cxn modelId="{F9E49600-7F93-4616-917B-ECF4CCBBEA42}" type="presParOf" srcId="{C0F8B91B-A649-DF47-BA87-FDA473D12AEB}" destId="{CB1C7626-67D9-374D-8723-0405346A3356}" srcOrd="21" destOrd="0" presId="urn:microsoft.com/office/officeart/2005/8/layout/list1"/>
    <dgm:cxn modelId="{EA731F73-A95B-40B7-BC65-2F900179E9C7}" type="presParOf" srcId="{C0F8B91B-A649-DF47-BA87-FDA473D12AEB}" destId="{3EDC20BF-699C-BB4B-BE09-8EF83D4745C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BF829B-75BE-4418-B7A5-C455E6D57553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D7E96DAA-A6C0-4DFC-BA04-E2C884C15F02}">
      <dgm:prSet phldrT="[Text]" custT="1"/>
      <dgm:spPr/>
      <dgm:t>
        <a:bodyPr/>
        <a:lstStyle/>
        <a:p>
          <a:pPr rtl="0"/>
          <a:r>
            <a:rPr lang="en-US" sz="3600">
              <a:latin typeface="Calibri Light" panose="020F0302020204030204"/>
            </a:rPr>
            <a:t> Has not died</a:t>
          </a:r>
          <a:endParaRPr lang="en-US" sz="3600"/>
        </a:p>
      </dgm:t>
    </dgm:pt>
    <dgm:pt modelId="{8E86698B-A7BB-496E-A687-3AE7BDE4AD73}" type="parTrans" cxnId="{A840EFDB-3A3E-45E0-B4B0-19F09FA8DE61}">
      <dgm:prSet/>
      <dgm:spPr/>
      <dgm:t>
        <a:bodyPr/>
        <a:lstStyle/>
        <a:p>
          <a:endParaRPr lang="en-US" sz="3600"/>
        </a:p>
      </dgm:t>
    </dgm:pt>
    <dgm:pt modelId="{18DDF3D6-0EA4-4387-B3CE-E22A3A647B3F}" type="sibTrans" cxnId="{A840EFDB-3A3E-45E0-B4B0-19F09FA8DE61}">
      <dgm:prSet custT="1"/>
      <dgm:spPr/>
      <dgm:t>
        <a:bodyPr/>
        <a:lstStyle/>
        <a:p>
          <a:endParaRPr lang="en-US" sz="3600"/>
        </a:p>
      </dgm:t>
    </dgm:pt>
    <dgm:pt modelId="{F1142C90-66B9-49AC-B457-E58D62E4765A}">
      <dgm:prSet phldrT="[Text]" custT="1"/>
      <dgm:spPr/>
      <dgm:t>
        <a:bodyPr/>
        <a:lstStyle/>
        <a:p>
          <a:pPr rtl="0"/>
          <a:r>
            <a:rPr lang="en-US" sz="3600">
              <a:latin typeface="Calibri Light" panose="020F0302020204030204"/>
            </a:rPr>
            <a:t> Not Lost to follow up</a:t>
          </a:r>
          <a:endParaRPr lang="en-US" sz="3600"/>
        </a:p>
      </dgm:t>
    </dgm:pt>
    <dgm:pt modelId="{E1D00E3C-1BDC-4E41-96F2-DACD06CA44BC}" type="parTrans" cxnId="{7461E128-C40D-4F81-8C76-CD10B0517C84}">
      <dgm:prSet/>
      <dgm:spPr/>
      <dgm:t>
        <a:bodyPr/>
        <a:lstStyle/>
        <a:p>
          <a:endParaRPr lang="en-US" sz="3600"/>
        </a:p>
      </dgm:t>
    </dgm:pt>
    <dgm:pt modelId="{9119F8BB-D9AB-42AB-A0A7-10FB99B51FDF}" type="sibTrans" cxnId="{7461E128-C40D-4F81-8C76-CD10B0517C84}">
      <dgm:prSet custT="1"/>
      <dgm:spPr/>
      <dgm:t>
        <a:bodyPr/>
        <a:lstStyle/>
        <a:p>
          <a:endParaRPr lang="en-US" sz="3600"/>
        </a:p>
      </dgm:t>
    </dgm:pt>
    <dgm:pt modelId="{34A54949-D8C6-4E8D-9E29-51F95A34E8F2}">
      <dgm:prSet phldrT="[Text]" custT="1"/>
      <dgm:spPr/>
      <dgm:t>
        <a:bodyPr/>
        <a:lstStyle/>
        <a:p>
          <a:pPr rtl="0"/>
          <a:r>
            <a:rPr lang="en-US" sz="3600">
              <a:latin typeface="Calibri Light" panose="020F0302020204030204"/>
            </a:rPr>
            <a:t> Active</a:t>
          </a:r>
          <a:endParaRPr lang="en-US" sz="3600"/>
        </a:p>
      </dgm:t>
    </dgm:pt>
    <dgm:pt modelId="{734FC5AA-2BD2-453E-A48F-1ED8C423025D}" type="parTrans" cxnId="{DBD3494A-4FC0-477F-BC29-0565C5F7C70C}">
      <dgm:prSet/>
      <dgm:spPr/>
      <dgm:t>
        <a:bodyPr/>
        <a:lstStyle/>
        <a:p>
          <a:endParaRPr lang="en-US" sz="3600"/>
        </a:p>
      </dgm:t>
    </dgm:pt>
    <dgm:pt modelId="{84B72EC2-4D5E-4765-A8A0-1ED96D6E584F}" type="sibTrans" cxnId="{DBD3494A-4FC0-477F-BC29-0565C5F7C70C}">
      <dgm:prSet/>
      <dgm:spPr/>
      <dgm:t>
        <a:bodyPr/>
        <a:lstStyle/>
        <a:p>
          <a:endParaRPr lang="en-US" sz="3600"/>
        </a:p>
      </dgm:t>
    </dgm:pt>
    <dgm:pt modelId="{F1D37237-3AE2-4426-8B0E-2F1103057581}">
      <dgm:prSet custT="1"/>
      <dgm:spPr/>
      <dgm:t>
        <a:bodyPr/>
        <a:lstStyle/>
        <a:p>
          <a:pPr rtl="0"/>
          <a:r>
            <a:rPr lang="en-US" sz="3600">
              <a:solidFill>
                <a:schemeClr val="bg1"/>
              </a:solidFill>
              <a:latin typeface="Calibri Light" panose="020F0302020204030204"/>
            </a:rPr>
            <a:t> </a:t>
          </a:r>
          <a:r>
            <a:rPr lang="en-US" sz="3600">
              <a:solidFill>
                <a:schemeClr val="bg1"/>
              </a:solidFill>
              <a:latin typeface="Calibri"/>
              <a:ea typeface="Calibri"/>
              <a:cs typeface="Calibri"/>
            </a:rPr>
            <a:t>Enrolled in care</a:t>
          </a:r>
          <a:endParaRPr lang="en-US" sz="3600">
            <a:solidFill>
              <a:schemeClr val="bg1"/>
            </a:solidFill>
            <a:latin typeface="Calibri Light" panose="020F0302020204030204"/>
          </a:endParaRPr>
        </a:p>
      </dgm:t>
    </dgm:pt>
    <dgm:pt modelId="{6A53568B-32C7-4BD0-AD19-598A551169F6}" type="parTrans" cxnId="{F0F70A7E-2F91-422D-8516-C13D4979E12E}">
      <dgm:prSet/>
      <dgm:spPr/>
      <dgm:t>
        <a:bodyPr/>
        <a:lstStyle/>
        <a:p>
          <a:endParaRPr lang="en-US" sz="3600"/>
        </a:p>
      </dgm:t>
    </dgm:pt>
    <dgm:pt modelId="{4741EA8E-238D-4B50-99BA-EA92280961F0}" type="sibTrans" cxnId="{F0F70A7E-2F91-422D-8516-C13D4979E12E}">
      <dgm:prSet custT="1"/>
      <dgm:spPr/>
      <dgm:t>
        <a:bodyPr/>
        <a:lstStyle/>
        <a:p>
          <a:endParaRPr lang="en-US" sz="3600"/>
        </a:p>
      </dgm:t>
    </dgm:pt>
    <dgm:pt modelId="{BC07EA4E-BFAD-4B09-B627-E97754D0E501}" type="pres">
      <dgm:prSet presAssocID="{16BF829B-75BE-4418-B7A5-C455E6D57553}" presName="linearFlow" presStyleCnt="0">
        <dgm:presLayoutVars>
          <dgm:dir/>
          <dgm:resizeHandles val="exact"/>
        </dgm:presLayoutVars>
      </dgm:prSet>
      <dgm:spPr/>
    </dgm:pt>
    <dgm:pt modelId="{CE8BEFF7-DF01-4AF7-B3A5-08787335F5D7}" type="pres">
      <dgm:prSet presAssocID="{F1D37237-3AE2-4426-8B0E-2F1103057581}" presName="node" presStyleLbl="node1" presStyleIdx="0" presStyleCnt="4">
        <dgm:presLayoutVars>
          <dgm:bulletEnabled val="1"/>
        </dgm:presLayoutVars>
      </dgm:prSet>
      <dgm:spPr/>
    </dgm:pt>
    <dgm:pt modelId="{67FADADF-727B-4909-BA8B-981D1B415927}" type="pres">
      <dgm:prSet presAssocID="{4741EA8E-238D-4B50-99BA-EA92280961F0}" presName="spacerL" presStyleCnt="0"/>
      <dgm:spPr/>
    </dgm:pt>
    <dgm:pt modelId="{988ACF4D-6DF2-408B-9468-3F788D88DA6C}" type="pres">
      <dgm:prSet presAssocID="{4741EA8E-238D-4B50-99BA-EA92280961F0}" presName="sibTrans" presStyleLbl="sibTrans2D1" presStyleIdx="0" presStyleCnt="3"/>
      <dgm:spPr/>
    </dgm:pt>
    <dgm:pt modelId="{CD579C0D-C04A-44D4-8896-8B46FC18795C}" type="pres">
      <dgm:prSet presAssocID="{4741EA8E-238D-4B50-99BA-EA92280961F0}" presName="spacerR" presStyleCnt="0"/>
      <dgm:spPr/>
    </dgm:pt>
    <dgm:pt modelId="{B6867C78-AA86-42FC-B61D-149D9CE5E6EC}" type="pres">
      <dgm:prSet presAssocID="{D7E96DAA-A6C0-4DFC-BA04-E2C884C15F02}" presName="node" presStyleLbl="node1" presStyleIdx="1" presStyleCnt="4">
        <dgm:presLayoutVars>
          <dgm:bulletEnabled val="1"/>
        </dgm:presLayoutVars>
      </dgm:prSet>
      <dgm:spPr/>
    </dgm:pt>
    <dgm:pt modelId="{7FD1CA9A-4B98-4FB4-8E83-0CFDCC425E35}" type="pres">
      <dgm:prSet presAssocID="{18DDF3D6-0EA4-4387-B3CE-E22A3A647B3F}" presName="spacerL" presStyleCnt="0"/>
      <dgm:spPr/>
    </dgm:pt>
    <dgm:pt modelId="{0284FD29-CD86-4FE3-B5BD-A15893B2DAA2}" type="pres">
      <dgm:prSet presAssocID="{18DDF3D6-0EA4-4387-B3CE-E22A3A647B3F}" presName="sibTrans" presStyleLbl="sibTrans2D1" presStyleIdx="1" presStyleCnt="3"/>
      <dgm:spPr/>
    </dgm:pt>
    <dgm:pt modelId="{99DB3660-54D8-4BDE-A03C-E06858590846}" type="pres">
      <dgm:prSet presAssocID="{18DDF3D6-0EA4-4387-B3CE-E22A3A647B3F}" presName="spacerR" presStyleCnt="0"/>
      <dgm:spPr/>
    </dgm:pt>
    <dgm:pt modelId="{F4FF45BF-B7DF-48EC-B934-B67D526F079C}" type="pres">
      <dgm:prSet presAssocID="{F1142C90-66B9-49AC-B457-E58D62E4765A}" presName="node" presStyleLbl="node1" presStyleIdx="2" presStyleCnt="4">
        <dgm:presLayoutVars>
          <dgm:bulletEnabled val="1"/>
        </dgm:presLayoutVars>
      </dgm:prSet>
      <dgm:spPr/>
    </dgm:pt>
    <dgm:pt modelId="{84B03BFA-6C95-49BD-9771-D1334435BC38}" type="pres">
      <dgm:prSet presAssocID="{9119F8BB-D9AB-42AB-A0A7-10FB99B51FDF}" presName="spacerL" presStyleCnt="0"/>
      <dgm:spPr/>
    </dgm:pt>
    <dgm:pt modelId="{E7522281-6AD3-45FC-9BA2-2256A967DC59}" type="pres">
      <dgm:prSet presAssocID="{9119F8BB-D9AB-42AB-A0A7-10FB99B51FDF}" presName="sibTrans" presStyleLbl="sibTrans2D1" presStyleIdx="2" presStyleCnt="3"/>
      <dgm:spPr/>
    </dgm:pt>
    <dgm:pt modelId="{026704F8-231E-4D9A-988B-57CBC8455AA6}" type="pres">
      <dgm:prSet presAssocID="{9119F8BB-D9AB-42AB-A0A7-10FB99B51FDF}" presName="spacerR" presStyleCnt="0"/>
      <dgm:spPr/>
    </dgm:pt>
    <dgm:pt modelId="{7D6830E8-72C8-4D9C-8130-4427D2E3C74F}" type="pres">
      <dgm:prSet presAssocID="{34A54949-D8C6-4E8D-9E29-51F95A34E8F2}" presName="node" presStyleLbl="node1" presStyleIdx="3" presStyleCnt="4">
        <dgm:presLayoutVars>
          <dgm:bulletEnabled val="1"/>
        </dgm:presLayoutVars>
      </dgm:prSet>
      <dgm:spPr/>
    </dgm:pt>
  </dgm:ptLst>
  <dgm:cxnLst>
    <dgm:cxn modelId="{7461E128-C40D-4F81-8C76-CD10B0517C84}" srcId="{16BF829B-75BE-4418-B7A5-C455E6D57553}" destId="{F1142C90-66B9-49AC-B457-E58D62E4765A}" srcOrd="2" destOrd="0" parTransId="{E1D00E3C-1BDC-4E41-96F2-DACD06CA44BC}" sibTransId="{9119F8BB-D9AB-42AB-A0A7-10FB99B51FDF}"/>
    <dgm:cxn modelId="{5846CE2A-B967-4378-86F5-F17EA2281EC9}" type="presOf" srcId="{D7E96DAA-A6C0-4DFC-BA04-E2C884C15F02}" destId="{B6867C78-AA86-42FC-B61D-149D9CE5E6EC}" srcOrd="0" destOrd="0" presId="urn:microsoft.com/office/officeart/2005/8/layout/equation1"/>
    <dgm:cxn modelId="{7C2A2D41-60AD-47A1-8080-54CD7113E4FF}" type="presOf" srcId="{9119F8BB-D9AB-42AB-A0A7-10FB99B51FDF}" destId="{E7522281-6AD3-45FC-9BA2-2256A967DC59}" srcOrd="0" destOrd="0" presId="urn:microsoft.com/office/officeart/2005/8/layout/equation1"/>
    <dgm:cxn modelId="{DBD3494A-4FC0-477F-BC29-0565C5F7C70C}" srcId="{16BF829B-75BE-4418-B7A5-C455E6D57553}" destId="{34A54949-D8C6-4E8D-9E29-51F95A34E8F2}" srcOrd="3" destOrd="0" parTransId="{734FC5AA-2BD2-453E-A48F-1ED8C423025D}" sibTransId="{84B72EC2-4D5E-4765-A8A0-1ED96D6E584F}"/>
    <dgm:cxn modelId="{BC88B44D-31AC-441D-837D-D78D7F8CF763}" type="presOf" srcId="{F1D37237-3AE2-4426-8B0E-2F1103057581}" destId="{CE8BEFF7-DF01-4AF7-B3A5-08787335F5D7}" srcOrd="0" destOrd="0" presId="urn:microsoft.com/office/officeart/2005/8/layout/equation1"/>
    <dgm:cxn modelId="{18E41056-2A88-4FEB-BE6B-2D603DF99BAE}" type="presOf" srcId="{16BF829B-75BE-4418-B7A5-C455E6D57553}" destId="{BC07EA4E-BFAD-4B09-B627-E97754D0E501}" srcOrd="0" destOrd="0" presId="urn:microsoft.com/office/officeart/2005/8/layout/equation1"/>
    <dgm:cxn modelId="{93F4086A-6686-4C61-8447-D49CFB50236C}" type="presOf" srcId="{4741EA8E-238D-4B50-99BA-EA92280961F0}" destId="{988ACF4D-6DF2-408B-9468-3F788D88DA6C}" srcOrd="0" destOrd="0" presId="urn:microsoft.com/office/officeart/2005/8/layout/equation1"/>
    <dgm:cxn modelId="{0F941B73-532D-4730-BD32-9C34D50BF1FA}" type="presOf" srcId="{18DDF3D6-0EA4-4387-B3CE-E22A3A647B3F}" destId="{0284FD29-CD86-4FE3-B5BD-A15893B2DAA2}" srcOrd="0" destOrd="0" presId="urn:microsoft.com/office/officeart/2005/8/layout/equation1"/>
    <dgm:cxn modelId="{3953E674-FA66-4806-89B9-5FDE2033EBAE}" type="presOf" srcId="{34A54949-D8C6-4E8D-9E29-51F95A34E8F2}" destId="{7D6830E8-72C8-4D9C-8130-4427D2E3C74F}" srcOrd="0" destOrd="0" presId="urn:microsoft.com/office/officeart/2005/8/layout/equation1"/>
    <dgm:cxn modelId="{F0F70A7E-2F91-422D-8516-C13D4979E12E}" srcId="{16BF829B-75BE-4418-B7A5-C455E6D57553}" destId="{F1D37237-3AE2-4426-8B0E-2F1103057581}" srcOrd="0" destOrd="0" parTransId="{6A53568B-32C7-4BD0-AD19-598A551169F6}" sibTransId="{4741EA8E-238D-4B50-99BA-EA92280961F0}"/>
    <dgm:cxn modelId="{4672B7A5-7B7A-4A9A-9333-87EA2B672CEE}" type="presOf" srcId="{F1142C90-66B9-49AC-B457-E58D62E4765A}" destId="{F4FF45BF-B7DF-48EC-B934-B67D526F079C}" srcOrd="0" destOrd="0" presId="urn:microsoft.com/office/officeart/2005/8/layout/equation1"/>
    <dgm:cxn modelId="{A840EFDB-3A3E-45E0-B4B0-19F09FA8DE61}" srcId="{16BF829B-75BE-4418-B7A5-C455E6D57553}" destId="{D7E96DAA-A6C0-4DFC-BA04-E2C884C15F02}" srcOrd="1" destOrd="0" parTransId="{8E86698B-A7BB-496E-A687-3AE7BDE4AD73}" sibTransId="{18DDF3D6-0EA4-4387-B3CE-E22A3A647B3F}"/>
    <dgm:cxn modelId="{9331D8AF-C5BC-4F36-A2CF-CED2CAB96B7D}" type="presParOf" srcId="{BC07EA4E-BFAD-4B09-B627-E97754D0E501}" destId="{CE8BEFF7-DF01-4AF7-B3A5-08787335F5D7}" srcOrd="0" destOrd="0" presId="urn:microsoft.com/office/officeart/2005/8/layout/equation1"/>
    <dgm:cxn modelId="{11B02358-CAAC-40BB-89CB-566683710EE4}" type="presParOf" srcId="{BC07EA4E-BFAD-4B09-B627-E97754D0E501}" destId="{67FADADF-727B-4909-BA8B-981D1B415927}" srcOrd="1" destOrd="0" presId="urn:microsoft.com/office/officeart/2005/8/layout/equation1"/>
    <dgm:cxn modelId="{FAA2815B-1FAE-411B-98AE-3F9C21E5B354}" type="presParOf" srcId="{BC07EA4E-BFAD-4B09-B627-E97754D0E501}" destId="{988ACF4D-6DF2-408B-9468-3F788D88DA6C}" srcOrd="2" destOrd="0" presId="urn:microsoft.com/office/officeart/2005/8/layout/equation1"/>
    <dgm:cxn modelId="{77FE9F60-ED38-4CC9-BD27-2E6885C50C07}" type="presParOf" srcId="{BC07EA4E-BFAD-4B09-B627-E97754D0E501}" destId="{CD579C0D-C04A-44D4-8896-8B46FC18795C}" srcOrd="3" destOrd="0" presId="urn:microsoft.com/office/officeart/2005/8/layout/equation1"/>
    <dgm:cxn modelId="{1B82A997-5306-4D6A-9FA0-6AD15B775424}" type="presParOf" srcId="{BC07EA4E-BFAD-4B09-B627-E97754D0E501}" destId="{B6867C78-AA86-42FC-B61D-149D9CE5E6EC}" srcOrd="4" destOrd="0" presId="urn:microsoft.com/office/officeart/2005/8/layout/equation1"/>
    <dgm:cxn modelId="{46846354-F25D-44D3-B393-1BE2E3AE0AF3}" type="presParOf" srcId="{BC07EA4E-BFAD-4B09-B627-E97754D0E501}" destId="{7FD1CA9A-4B98-4FB4-8E83-0CFDCC425E35}" srcOrd="5" destOrd="0" presId="urn:microsoft.com/office/officeart/2005/8/layout/equation1"/>
    <dgm:cxn modelId="{CDDEBA00-D027-4262-9BD8-3DC951CEB9E8}" type="presParOf" srcId="{BC07EA4E-BFAD-4B09-B627-E97754D0E501}" destId="{0284FD29-CD86-4FE3-B5BD-A15893B2DAA2}" srcOrd="6" destOrd="0" presId="urn:microsoft.com/office/officeart/2005/8/layout/equation1"/>
    <dgm:cxn modelId="{A47CF478-CC88-42B9-8B06-CF7CE4E1E655}" type="presParOf" srcId="{BC07EA4E-BFAD-4B09-B627-E97754D0E501}" destId="{99DB3660-54D8-4BDE-A03C-E06858590846}" srcOrd="7" destOrd="0" presId="urn:microsoft.com/office/officeart/2005/8/layout/equation1"/>
    <dgm:cxn modelId="{EB499312-CE29-46F9-B145-1AF4CE5A510C}" type="presParOf" srcId="{BC07EA4E-BFAD-4B09-B627-E97754D0E501}" destId="{F4FF45BF-B7DF-48EC-B934-B67D526F079C}" srcOrd="8" destOrd="0" presId="urn:microsoft.com/office/officeart/2005/8/layout/equation1"/>
    <dgm:cxn modelId="{1848790C-3176-4105-ABFE-D2E5F4E0D2B4}" type="presParOf" srcId="{BC07EA4E-BFAD-4B09-B627-E97754D0E501}" destId="{84B03BFA-6C95-49BD-9771-D1334435BC38}" srcOrd="9" destOrd="0" presId="urn:microsoft.com/office/officeart/2005/8/layout/equation1"/>
    <dgm:cxn modelId="{4F5704B2-88E4-45C9-96C8-471A63BE082A}" type="presParOf" srcId="{BC07EA4E-BFAD-4B09-B627-E97754D0E501}" destId="{E7522281-6AD3-45FC-9BA2-2256A967DC59}" srcOrd="10" destOrd="0" presId="urn:microsoft.com/office/officeart/2005/8/layout/equation1"/>
    <dgm:cxn modelId="{BF8D9D22-2080-4BAD-A30F-BFC489B641DC}" type="presParOf" srcId="{BC07EA4E-BFAD-4B09-B627-E97754D0E501}" destId="{026704F8-231E-4D9A-988B-57CBC8455AA6}" srcOrd="11" destOrd="0" presId="urn:microsoft.com/office/officeart/2005/8/layout/equation1"/>
    <dgm:cxn modelId="{6D7903D1-7378-42EE-9B41-874B39FF039F}" type="presParOf" srcId="{BC07EA4E-BFAD-4B09-B627-E97754D0E501}" destId="{7D6830E8-72C8-4D9C-8130-4427D2E3C74F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BF829B-75BE-4418-B7A5-C455E6D57553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D7E96DAA-A6C0-4DFC-BA04-E2C884C15F02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Has not died</a:t>
          </a:r>
          <a:endParaRPr lang="en-US"/>
        </a:p>
      </dgm:t>
    </dgm:pt>
    <dgm:pt modelId="{8E86698B-A7BB-496E-A687-3AE7BDE4AD73}" type="parTrans" cxnId="{A840EFDB-3A3E-45E0-B4B0-19F09FA8DE61}">
      <dgm:prSet/>
      <dgm:spPr/>
      <dgm:t>
        <a:bodyPr/>
        <a:lstStyle/>
        <a:p>
          <a:endParaRPr lang="en-US"/>
        </a:p>
      </dgm:t>
    </dgm:pt>
    <dgm:pt modelId="{18DDF3D6-0EA4-4387-B3CE-E22A3A647B3F}" type="sibTrans" cxnId="{A840EFDB-3A3E-45E0-B4B0-19F09FA8DE61}">
      <dgm:prSet/>
      <dgm:spPr/>
      <dgm:t>
        <a:bodyPr/>
        <a:lstStyle/>
        <a:p>
          <a:endParaRPr lang="en-US"/>
        </a:p>
      </dgm:t>
    </dgm:pt>
    <dgm:pt modelId="{F1142C90-66B9-49AC-B457-E58D62E4765A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 Not Lost to follow up</a:t>
          </a:r>
          <a:endParaRPr lang="en-US"/>
        </a:p>
      </dgm:t>
    </dgm:pt>
    <dgm:pt modelId="{E1D00E3C-1BDC-4E41-96F2-DACD06CA44BC}" type="parTrans" cxnId="{7461E128-C40D-4F81-8C76-CD10B0517C84}">
      <dgm:prSet/>
      <dgm:spPr/>
      <dgm:t>
        <a:bodyPr/>
        <a:lstStyle/>
        <a:p>
          <a:endParaRPr lang="en-US"/>
        </a:p>
      </dgm:t>
    </dgm:pt>
    <dgm:pt modelId="{9119F8BB-D9AB-42AB-A0A7-10FB99B51FDF}" type="sibTrans" cxnId="{7461E128-C40D-4F81-8C76-CD10B0517C84}">
      <dgm:prSet/>
      <dgm:spPr/>
      <dgm:t>
        <a:bodyPr/>
        <a:lstStyle/>
        <a:p>
          <a:endParaRPr lang="en-US"/>
        </a:p>
      </dgm:t>
    </dgm:pt>
    <dgm:pt modelId="{34A54949-D8C6-4E8D-9E29-51F95A34E8F2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 Active</a:t>
          </a:r>
          <a:endParaRPr lang="en-US"/>
        </a:p>
      </dgm:t>
    </dgm:pt>
    <dgm:pt modelId="{734FC5AA-2BD2-453E-A48F-1ED8C423025D}" type="parTrans" cxnId="{DBD3494A-4FC0-477F-BC29-0565C5F7C70C}">
      <dgm:prSet/>
      <dgm:spPr/>
      <dgm:t>
        <a:bodyPr/>
        <a:lstStyle/>
        <a:p>
          <a:endParaRPr lang="en-US"/>
        </a:p>
      </dgm:t>
    </dgm:pt>
    <dgm:pt modelId="{84B72EC2-4D5E-4765-A8A0-1ED96D6E584F}" type="sibTrans" cxnId="{DBD3494A-4FC0-477F-BC29-0565C5F7C70C}">
      <dgm:prSet/>
      <dgm:spPr/>
      <dgm:t>
        <a:bodyPr/>
        <a:lstStyle/>
        <a:p>
          <a:endParaRPr lang="en-US"/>
        </a:p>
      </dgm:t>
    </dgm:pt>
    <dgm:pt modelId="{F1D37237-3AE2-4426-8B0E-2F1103057581}">
      <dgm:prSet phldr="0"/>
      <dgm:spPr/>
      <dgm:t>
        <a:bodyPr/>
        <a:lstStyle/>
        <a:p>
          <a:pPr rtl="0"/>
          <a:r>
            <a:rPr lang="en-US">
              <a:solidFill>
                <a:schemeClr val="bg1"/>
              </a:solidFill>
              <a:latin typeface="Calibri Light" panose="020F0302020204030204"/>
            </a:rPr>
            <a:t> </a:t>
          </a:r>
          <a:r>
            <a:rPr lang="en-US">
              <a:solidFill>
                <a:schemeClr val="bg1"/>
              </a:solidFill>
              <a:latin typeface="Calibri"/>
              <a:ea typeface="Calibri"/>
              <a:cs typeface="Calibri"/>
            </a:rPr>
            <a:t>Enrolled in care</a:t>
          </a:r>
          <a:endParaRPr lang="en-US">
            <a:solidFill>
              <a:schemeClr val="bg1"/>
            </a:solidFill>
            <a:latin typeface="Calibri Light" panose="020F0302020204030204"/>
          </a:endParaRPr>
        </a:p>
      </dgm:t>
    </dgm:pt>
    <dgm:pt modelId="{6A53568B-32C7-4BD0-AD19-598A551169F6}" type="parTrans" cxnId="{F0F70A7E-2F91-422D-8516-C13D4979E12E}">
      <dgm:prSet/>
      <dgm:spPr/>
      <dgm:t>
        <a:bodyPr/>
        <a:lstStyle/>
        <a:p>
          <a:endParaRPr lang="en-US"/>
        </a:p>
      </dgm:t>
    </dgm:pt>
    <dgm:pt modelId="{4741EA8E-238D-4B50-99BA-EA92280961F0}" type="sibTrans" cxnId="{F0F70A7E-2F91-422D-8516-C13D4979E12E}">
      <dgm:prSet/>
      <dgm:spPr/>
      <dgm:t>
        <a:bodyPr/>
        <a:lstStyle/>
        <a:p>
          <a:endParaRPr lang="en-US"/>
        </a:p>
      </dgm:t>
    </dgm:pt>
    <dgm:pt modelId="{BC07EA4E-BFAD-4B09-B627-E97754D0E501}" type="pres">
      <dgm:prSet presAssocID="{16BF829B-75BE-4418-B7A5-C455E6D57553}" presName="linearFlow" presStyleCnt="0">
        <dgm:presLayoutVars>
          <dgm:dir/>
          <dgm:resizeHandles val="exact"/>
        </dgm:presLayoutVars>
      </dgm:prSet>
      <dgm:spPr/>
    </dgm:pt>
    <dgm:pt modelId="{CE8BEFF7-DF01-4AF7-B3A5-08787335F5D7}" type="pres">
      <dgm:prSet presAssocID="{F1D37237-3AE2-4426-8B0E-2F1103057581}" presName="node" presStyleLbl="node1" presStyleIdx="0" presStyleCnt="4">
        <dgm:presLayoutVars>
          <dgm:bulletEnabled val="1"/>
        </dgm:presLayoutVars>
      </dgm:prSet>
      <dgm:spPr/>
    </dgm:pt>
    <dgm:pt modelId="{67FADADF-727B-4909-BA8B-981D1B415927}" type="pres">
      <dgm:prSet presAssocID="{4741EA8E-238D-4B50-99BA-EA92280961F0}" presName="spacerL" presStyleCnt="0"/>
      <dgm:spPr/>
    </dgm:pt>
    <dgm:pt modelId="{988ACF4D-6DF2-408B-9468-3F788D88DA6C}" type="pres">
      <dgm:prSet presAssocID="{4741EA8E-238D-4B50-99BA-EA92280961F0}" presName="sibTrans" presStyleLbl="sibTrans2D1" presStyleIdx="0" presStyleCnt="3"/>
      <dgm:spPr/>
    </dgm:pt>
    <dgm:pt modelId="{CD579C0D-C04A-44D4-8896-8B46FC18795C}" type="pres">
      <dgm:prSet presAssocID="{4741EA8E-238D-4B50-99BA-EA92280961F0}" presName="spacerR" presStyleCnt="0"/>
      <dgm:spPr/>
    </dgm:pt>
    <dgm:pt modelId="{B6867C78-AA86-42FC-B61D-149D9CE5E6EC}" type="pres">
      <dgm:prSet presAssocID="{D7E96DAA-A6C0-4DFC-BA04-E2C884C15F02}" presName="node" presStyleLbl="node1" presStyleIdx="1" presStyleCnt="4">
        <dgm:presLayoutVars>
          <dgm:bulletEnabled val="1"/>
        </dgm:presLayoutVars>
      </dgm:prSet>
      <dgm:spPr/>
    </dgm:pt>
    <dgm:pt modelId="{7FD1CA9A-4B98-4FB4-8E83-0CFDCC425E35}" type="pres">
      <dgm:prSet presAssocID="{18DDF3D6-0EA4-4387-B3CE-E22A3A647B3F}" presName="spacerL" presStyleCnt="0"/>
      <dgm:spPr/>
    </dgm:pt>
    <dgm:pt modelId="{0284FD29-CD86-4FE3-B5BD-A15893B2DAA2}" type="pres">
      <dgm:prSet presAssocID="{18DDF3D6-0EA4-4387-B3CE-E22A3A647B3F}" presName="sibTrans" presStyleLbl="sibTrans2D1" presStyleIdx="1" presStyleCnt="3"/>
      <dgm:spPr/>
    </dgm:pt>
    <dgm:pt modelId="{99DB3660-54D8-4BDE-A03C-E06858590846}" type="pres">
      <dgm:prSet presAssocID="{18DDF3D6-0EA4-4387-B3CE-E22A3A647B3F}" presName="spacerR" presStyleCnt="0"/>
      <dgm:spPr/>
    </dgm:pt>
    <dgm:pt modelId="{F4FF45BF-B7DF-48EC-B934-B67D526F079C}" type="pres">
      <dgm:prSet presAssocID="{F1142C90-66B9-49AC-B457-E58D62E4765A}" presName="node" presStyleLbl="node1" presStyleIdx="2" presStyleCnt="4">
        <dgm:presLayoutVars>
          <dgm:bulletEnabled val="1"/>
        </dgm:presLayoutVars>
      </dgm:prSet>
      <dgm:spPr/>
    </dgm:pt>
    <dgm:pt modelId="{84B03BFA-6C95-49BD-9771-D1334435BC38}" type="pres">
      <dgm:prSet presAssocID="{9119F8BB-D9AB-42AB-A0A7-10FB99B51FDF}" presName="spacerL" presStyleCnt="0"/>
      <dgm:spPr/>
    </dgm:pt>
    <dgm:pt modelId="{E7522281-6AD3-45FC-9BA2-2256A967DC59}" type="pres">
      <dgm:prSet presAssocID="{9119F8BB-D9AB-42AB-A0A7-10FB99B51FDF}" presName="sibTrans" presStyleLbl="sibTrans2D1" presStyleIdx="2" presStyleCnt="3"/>
      <dgm:spPr/>
    </dgm:pt>
    <dgm:pt modelId="{026704F8-231E-4D9A-988B-57CBC8455AA6}" type="pres">
      <dgm:prSet presAssocID="{9119F8BB-D9AB-42AB-A0A7-10FB99B51FDF}" presName="spacerR" presStyleCnt="0"/>
      <dgm:spPr/>
    </dgm:pt>
    <dgm:pt modelId="{7D6830E8-72C8-4D9C-8130-4427D2E3C74F}" type="pres">
      <dgm:prSet presAssocID="{34A54949-D8C6-4E8D-9E29-51F95A34E8F2}" presName="node" presStyleLbl="node1" presStyleIdx="3" presStyleCnt="4">
        <dgm:presLayoutVars>
          <dgm:bulletEnabled val="1"/>
        </dgm:presLayoutVars>
      </dgm:prSet>
      <dgm:spPr/>
    </dgm:pt>
  </dgm:ptLst>
  <dgm:cxnLst>
    <dgm:cxn modelId="{7461E128-C40D-4F81-8C76-CD10B0517C84}" srcId="{16BF829B-75BE-4418-B7A5-C455E6D57553}" destId="{F1142C90-66B9-49AC-B457-E58D62E4765A}" srcOrd="2" destOrd="0" parTransId="{E1D00E3C-1BDC-4E41-96F2-DACD06CA44BC}" sibTransId="{9119F8BB-D9AB-42AB-A0A7-10FB99B51FDF}"/>
    <dgm:cxn modelId="{5846CE2A-B967-4378-86F5-F17EA2281EC9}" type="presOf" srcId="{D7E96DAA-A6C0-4DFC-BA04-E2C884C15F02}" destId="{B6867C78-AA86-42FC-B61D-149D9CE5E6EC}" srcOrd="0" destOrd="0" presId="urn:microsoft.com/office/officeart/2005/8/layout/equation1"/>
    <dgm:cxn modelId="{7C2A2D41-60AD-47A1-8080-54CD7113E4FF}" type="presOf" srcId="{9119F8BB-D9AB-42AB-A0A7-10FB99B51FDF}" destId="{E7522281-6AD3-45FC-9BA2-2256A967DC59}" srcOrd="0" destOrd="0" presId="urn:microsoft.com/office/officeart/2005/8/layout/equation1"/>
    <dgm:cxn modelId="{DBD3494A-4FC0-477F-BC29-0565C5F7C70C}" srcId="{16BF829B-75BE-4418-B7A5-C455E6D57553}" destId="{34A54949-D8C6-4E8D-9E29-51F95A34E8F2}" srcOrd="3" destOrd="0" parTransId="{734FC5AA-2BD2-453E-A48F-1ED8C423025D}" sibTransId="{84B72EC2-4D5E-4765-A8A0-1ED96D6E584F}"/>
    <dgm:cxn modelId="{BC88B44D-31AC-441D-837D-D78D7F8CF763}" type="presOf" srcId="{F1D37237-3AE2-4426-8B0E-2F1103057581}" destId="{CE8BEFF7-DF01-4AF7-B3A5-08787335F5D7}" srcOrd="0" destOrd="0" presId="urn:microsoft.com/office/officeart/2005/8/layout/equation1"/>
    <dgm:cxn modelId="{18E41056-2A88-4FEB-BE6B-2D603DF99BAE}" type="presOf" srcId="{16BF829B-75BE-4418-B7A5-C455E6D57553}" destId="{BC07EA4E-BFAD-4B09-B627-E97754D0E501}" srcOrd="0" destOrd="0" presId="urn:microsoft.com/office/officeart/2005/8/layout/equation1"/>
    <dgm:cxn modelId="{93F4086A-6686-4C61-8447-D49CFB50236C}" type="presOf" srcId="{4741EA8E-238D-4B50-99BA-EA92280961F0}" destId="{988ACF4D-6DF2-408B-9468-3F788D88DA6C}" srcOrd="0" destOrd="0" presId="urn:microsoft.com/office/officeart/2005/8/layout/equation1"/>
    <dgm:cxn modelId="{0F941B73-532D-4730-BD32-9C34D50BF1FA}" type="presOf" srcId="{18DDF3D6-0EA4-4387-B3CE-E22A3A647B3F}" destId="{0284FD29-CD86-4FE3-B5BD-A15893B2DAA2}" srcOrd="0" destOrd="0" presId="urn:microsoft.com/office/officeart/2005/8/layout/equation1"/>
    <dgm:cxn modelId="{3953E674-FA66-4806-89B9-5FDE2033EBAE}" type="presOf" srcId="{34A54949-D8C6-4E8D-9E29-51F95A34E8F2}" destId="{7D6830E8-72C8-4D9C-8130-4427D2E3C74F}" srcOrd="0" destOrd="0" presId="urn:microsoft.com/office/officeart/2005/8/layout/equation1"/>
    <dgm:cxn modelId="{F0F70A7E-2F91-422D-8516-C13D4979E12E}" srcId="{16BF829B-75BE-4418-B7A5-C455E6D57553}" destId="{F1D37237-3AE2-4426-8B0E-2F1103057581}" srcOrd="0" destOrd="0" parTransId="{6A53568B-32C7-4BD0-AD19-598A551169F6}" sibTransId="{4741EA8E-238D-4B50-99BA-EA92280961F0}"/>
    <dgm:cxn modelId="{4672B7A5-7B7A-4A9A-9333-87EA2B672CEE}" type="presOf" srcId="{F1142C90-66B9-49AC-B457-E58D62E4765A}" destId="{F4FF45BF-B7DF-48EC-B934-B67D526F079C}" srcOrd="0" destOrd="0" presId="urn:microsoft.com/office/officeart/2005/8/layout/equation1"/>
    <dgm:cxn modelId="{A840EFDB-3A3E-45E0-B4B0-19F09FA8DE61}" srcId="{16BF829B-75BE-4418-B7A5-C455E6D57553}" destId="{D7E96DAA-A6C0-4DFC-BA04-E2C884C15F02}" srcOrd="1" destOrd="0" parTransId="{8E86698B-A7BB-496E-A687-3AE7BDE4AD73}" sibTransId="{18DDF3D6-0EA4-4387-B3CE-E22A3A647B3F}"/>
    <dgm:cxn modelId="{9331D8AF-C5BC-4F36-A2CF-CED2CAB96B7D}" type="presParOf" srcId="{BC07EA4E-BFAD-4B09-B627-E97754D0E501}" destId="{CE8BEFF7-DF01-4AF7-B3A5-08787335F5D7}" srcOrd="0" destOrd="0" presId="urn:microsoft.com/office/officeart/2005/8/layout/equation1"/>
    <dgm:cxn modelId="{11B02358-CAAC-40BB-89CB-566683710EE4}" type="presParOf" srcId="{BC07EA4E-BFAD-4B09-B627-E97754D0E501}" destId="{67FADADF-727B-4909-BA8B-981D1B415927}" srcOrd="1" destOrd="0" presId="urn:microsoft.com/office/officeart/2005/8/layout/equation1"/>
    <dgm:cxn modelId="{FAA2815B-1FAE-411B-98AE-3F9C21E5B354}" type="presParOf" srcId="{BC07EA4E-BFAD-4B09-B627-E97754D0E501}" destId="{988ACF4D-6DF2-408B-9468-3F788D88DA6C}" srcOrd="2" destOrd="0" presId="urn:microsoft.com/office/officeart/2005/8/layout/equation1"/>
    <dgm:cxn modelId="{77FE9F60-ED38-4CC9-BD27-2E6885C50C07}" type="presParOf" srcId="{BC07EA4E-BFAD-4B09-B627-E97754D0E501}" destId="{CD579C0D-C04A-44D4-8896-8B46FC18795C}" srcOrd="3" destOrd="0" presId="urn:microsoft.com/office/officeart/2005/8/layout/equation1"/>
    <dgm:cxn modelId="{1B82A997-5306-4D6A-9FA0-6AD15B775424}" type="presParOf" srcId="{BC07EA4E-BFAD-4B09-B627-E97754D0E501}" destId="{B6867C78-AA86-42FC-B61D-149D9CE5E6EC}" srcOrd="4" destOrd="0" presId="urn:microsoft.com/office/officeart/2005/8/layout/equation1"/>
    <dgm:cxn modelId="{46846354-F25D-44D3-B393-1BE2E3AE0AF3}" type="presParOf" srcId="{BC07EA4E-BFAD-4B09-B627-E97754D0E501}" destId="{7FD1CA9A-4B98-4FB4-8E83-0CFDCC425E35}" srcOrd="5" destOrd="0" presId="urn:microsoft.com/office/officeart/2005/8/layout/equation1"/>
    <dgm:cxn modelId="{CDDEBA00-D027-4262-9BD8-3DC951CEB9E8}" type="presParOf" srcId="{BC07EA4E-BFAD-4B09-B627-E97754D0E501}" destId="{0284FD29-CD86-4FE3-B5BD-A15893B2DAA2}" srcOrd="6" destOrd="0" presId="urn:microsoft.com/office/officeart/2005/8/layout/equation1"/>
    <dgm:cxn modelId="{A47CF478-CC88-42B9-8B06-CF7CE4E1E655}" type="presParOf" srcId="{BC07EA4E-BFAD-4B09-B627-E97754D0E501}" destId="{99DB3660-54D8-4BDE-A03C-E06858590846}" srcOrd="7" destOrd="0" presId="urn:microsoft.com/office/officeart/2005/8/layout/equation1"/>
    <dgm:cxn modelId="{EB499312-CE29-46F9-B145-1AF4CE5A510C}" type="presParOf" srcId="{BC07EA4E-BFAD-4B09-B627-E97754D0E501}" destId="{F4FF45BF-B7DF-48EC-B934-B67D526F079C}" srcOrd="8" destOrd="0" presId="urn:microsoft.com/office/officeart/2005/8/layout/equation1"/>
    <dgm:cxn modelId="{1848790C-3176-4105-ABFE-D2E5F4E0D2B4}" type="presParOf" srcId="{BC07EA4E-BFAD-4B09-B627-E97754D0E501}" destId="{84B03BFA-6C95-49BD-9771-D1334435BC38}" srcOrd="9" destOrd="0" presId="urn:microsoft.com/office/officeart/2005/8/layout/equation1"/>
    <dgm:cxn modelId="{4F5704B2-88E4-45C9-96C8-471A63BE082A}" type="presParOf" srcId="{BC07EA4E-BFAD-4B09-B627-E97754D0E501}" destId="{E7522281-6AD3-45FC-9BA2-2256A967DC59}" srcOrd="10" destOrd="0" presId="urn:microsoft.com/office/officeart/2005/8/layout/equation1"/>
    <dgm:cxn modelId="{BF8D9D22-2080-4BAD-A30F-BFC489B641DC}" type="presParOf" srcId="{BC07EA4E-BFAD-4B09-B627-E97754D0E501}" destId="{026704F8-231E-4D9A-988B-57CBC8455AA6}" srcOrd="11" destOrd="0" presId="urn:microsoft.com/office/officeart/2005/8/layout/equation1"/>
    <dgm:cxn modelId="{6D7903D1-7378-42EE-9B41-874B39FF039F}" type="presParOf" srcId="{BC07EA4E-BFAD-4B09-B627-E97754D0E501}" destId="{7D6830E8-72C8-4D9C-8130-4427D2E3C74F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B815E1-6C9C-453F-BD3D-0DEF83AFEC8B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4933DA-4DA3-4C2C-A2BB-49B0CEA360DE}">
      <dgm:prSet phldrT="[Text]"/>
      <dgm:spPr/>
      <dgm:t>
        <a:bodyPr/>
        <a:lstStyle/>
        <a:p>
          <a:r>
            <a:rPr lang="en-US"/>
            <a:t>Paper Based Data collection</a:t>
          </a:r>
        </a:p>
      </dgm:t>
    </dgm:pt>
    <dgm:pt modelId="{B8179D16-ABDF-4BF9-B6BE-EE19BE7AAA84}" type="parTrans" cxnId="{65248945-E080-419F-8346-E2FCF4202223}">
      <dgm:prSet/>
      <dgm:spPr/>
      <dgm:t>
        <a:bodyPr/>
        <a:lstStyle/>
        <a:p>
          <a:endParaRPr lang="en-US"/>
        </a:p>
      </dgm:t>
    </dgm:pt>
    <dgm:pt modelId="{FCC3CFA2-3C6C-4489-9A92-6D00066A5F78}" type="sibTrans" cxnId="{65248945-E080-419F-8346-E2FCF4202223}">
      <dgm:prSet/>
      <dgm:spPr/>
      <dgm:t>
        <a:bodyPr/>
        <a:lstStyle/>
        <a:p>
          <a:endParaRPr lang="en-US"/>
        </a:p>
      </dgm:t>
    </dgm:pt>
    <dgm:pt modelId="{627F8D75-4D4E-407D-9BC8-30689FA6FCB7}">
      <dgm:prSet phldrT="[Text]"/>
      <dgm:spPr/>
      <dgm:t>
        <a:bodyPr/>
        <a:lstStyle/>
        <a:p>
          <a:r>
            <a:rPr lang="en-US"/>
            <a:t>Digital database tools (Excel, Kobo toolbox)</a:t>
          </a:r>
        </a:p>
      </dgm:t>
    </dgm:pt>
    <dgm:pt modelId="{E1660566-FD5B-4347-9A3E-55301D937AC2}" type="parTrans" cxnId="{A3B5C5A8-D7D8-4E33-BBBC-5FB89079138B}">
      <dgm:prSet/>
      <dgm:spPr/>
      <dgm:t>
        <a:bodyPr/>
        <a:lstStyle/>
        <a:p>
          <a:endParaRPr lang="en-US"/>
        </a:p>
      </dgm:t>
    </dgm:pt>
    <dgm:pt modelId="{62B5AC98-259E-4E87-9820-4A38EB73DCF0}" type="sibTrans" cxnId="{A3B5C5A8-D7D8-4E33-BBBC-5FB89079138B}">
      <dgm:prSet/>
      <dgm:spPr/>
      <dgm:t>
        <a:bodyPr/>
        <a:lstStyle/>
        <a:p>
          <a:endParaRPr lang="en-US"/>
        </a:p>
      </dgm:t>
    </dgm:pt>
    <dgm:pt modelId="{5AF13CC5-D50A-4D5B-8732-81BE49D5F73B}">
      <dgm:prSet phldrT="[Text]"/>
      <dgm:spPr/>
      <dgm:t>
        <a:bodyPr/>
        <a:lstStyle/>
        <a:p>
          <a:r>
            <a:rPr lang="en-US"/>
            <a:t>Digital Health Information systems (e.g. patient-level DHIS2)</a:t>
          </a:r>
        </a:p>
      </dgm:t>
    </dgm:pt>
    <dgm:pt modelId="{26375E56-EB6B-4DB0-B76E-A6FB10C5076A}" type="parTrans" cxnId="{1354E0B7-5D29-4C3C-BFB1-8E80E51044E8}">
      <dgm:prSet/>
      <dgm:spPr/>
      <dgm:t>
        <a:bodyPr/>
        <a:lstStyle/>
        <a:p>
          <a:endParaRPr lang="en-US"/>
        </a:p>
      </dgm:t>
    </dgm:pt>
    <dgm:pt modelId="{433E8690-3FF0-4EE3-9208-D968F9B29607}" type="sibTrans" cxnId="{1354E0B7-5D29-4C3C-BFB1-8E80E51044E8}">
      <dgm:prSet/>
      <dgm:spPr/>
      <dgm:t>
        <a:bodyPr/>
        <a:lstStyle/>
        <a:p>
          <a:endParaRPr lang="en-US"/>
        </a:p>
      </dgm:t>
    </dgm:pt>
    <dgm:pt modelId="{EDEF126C-75E0-41B4-ADDD-19EE654B8934}">
      <dgm:prSet phldrT="[Text]"/>
      <dgm:spPr/>
      <dgm:t>
        <a:bodyPr/>
        <a:lstStyle/>
        <a:p>
          <a:r>
            <a:rPr lang="en-US"/>
            <a:t>Electronic Medical Record systems / Electronic Health Records systems (e.g. </a:t>
          </a:r>
          <a:r>
            <a:rPr lang="en-US" err="1"/>
            <a:t>OpenMRS</a:t>
          </a:r>
          <a:r>
            <a:rPr lang="en-US"/>
            <a:t>)</a:t>
          </a:r>
        </a:p>
      </dgm:t>
    </dgm:pt>
    <dgm:pt modelId="{344A7628-AD2D-4AA0-8AB1-ADE7926F4B2F}" type="parTrans" cxnId="{11FAFB60-289C-4F25-97DF-1C934E1EDF47}">
      <dgm:prSet/>
      <dgm:spPr/>
      <dgm:t>
        <a:bodyPr/>
        <a:lstStyle/>
        <a:p>
          <a:endParaRPr lang="en-US"/>
        </a:p>
      </dgm:t>
    </dgm:pt>
    <dgm:pt modelId="{AF167B44-324A-4F00-8423-CF3B34F169DB}" type="sibTrans" cxnId="{11FAFB60-289C-4F25-97DF-1C934E1EDF47}">
      <dgm:prSet/>
      <dgm:spPr/>
      <dgm:t>
        <a:bodyPr/>
        <a:lstStyle/>
        <a:p>
          <a:endParaRPr lang="en-US"/>
        </a:p>
      </dgm:t>
    </dgm:pt>
    <dgm:pt modelId="{ED743378-C296-41AE-9B81-0F56D6EFB170}" type="pres">
      <dgm:prSet presAssocID="{E6B815E1-6C9C-453F-BD3D-0DEF83AFEC8B}" presName="rootnode" presStyleCnt="0">
        <dgm:presLayoutVars>
          <dgm:chMax/>
          <dgm:chPref/>
          <dgm:dir/>
          <dgm:animLvl val="lvl"/>
        </dgm:presLayoutVars>
      </dgm:prSet>
      <dgm:spPr/>
    </dgm:pt>
    <dgm:pt modelId="{84B10876-5840-4787-98BC-E147AC2F6FB9}" type="pres">
      <dgm:prSet presAssocID="{424933DA-4DA3-4C2C-A2BB-49B0CEA360DE}" presName="composite" presStyleCnt="0"/>
      <dgm:spPr/>
    </dgm:pt>
    <dgm:pt modelId="{E61B119C-562F-4ACC-9C14-8618FCF981DC}" type="pres">
      <dgm:prSet presAssocID="{424933DA-4DA3-4C2C-A2BB-49B0CEA360DE}" presName="LShape" presStyleLbl="alignNode1" presStyleIdx="0" presStyleCnt="7"/>
      <dgm:spPr/>
    </dgm:pt>
    <dgm:pt modelId="{C28E391A-73E5-4FD1-8AC4-2120A3418C84}" type="pres">
      <dgm:prSet presAssocID="{424933DA-4DA3-4C2C-A2BB-49B0CEA360DE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5E7C048-D7B9-44F1-AA1B-B4DBE86B8BA2}" type="pres">
      <dgm:prSet presAssocID="{424933DA-4DA3-4C2C-A2BB-49B0CEA360DE}" presName="Triangle" presStyleLbl="alignNode1" presStyleIdx="1" presStyleCnt="7"/>
      <dgm:spPr/>
    </dgm:pt>
    <dgm:pt modelId="{DAF2AD8C-1B36-4FB7-A523-118C7248F706}" type="pres">
      <dgm:prSet presAssocID="{FCC3CFA2-3C6C-4489-9A92-6D00066A5F78}" presName="sibTrans" presStyleCnt="0"/>
      <dgm:spPr/>
    </dgm:pt>
    <dgm:pt modelId="{A50211FB-1F27-47F8-8F6C-AC3D854478E6}" type="pres">
      <dgm:prSet presAssocID="{FCC3CFA2-3C6C-4489-9A92-6D00066A5F78}" presName="space" presStyleCnt="0"/>
      <dgm:spPr/>
    </dgm:pt>
    <dgm:pt modelId="{0C8BECA2-AD00-474A-8049-2189FFE5EDC7}" type="pres">
      <dgm:prSet presAssocID="{627F8D75-4D4E-407D-9BC8-30689FA6FCB7}" presName="composite" presStyleCnt="0"/>
      <dgm:spPr/>
    </dgm:pt>
    <dgm:pt modelId="{50CD93DB-D766-41A7-9440-84A40782CABE}" type="pres">
      <dgm:prSet presAssocID="{627F8D75-4D4E-407D-9BC8-30689FA6FCB7}" presName="LShape" presStyleLbl="alignNode1" presStyleIdx="2" presStyleCnt="7"/>
      <dgm:spPr/>
    </dgm:pt>
    <dgm:pt modelId="{DEC8B2E9-61F0-40F9-B8D9-0D8619AA4785}" type="pres">
      <dgm:prSet presAssocID="{627F8D75-4D4E-407D-9BC8-30689FA6FCB7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02C98CB3-421C-4FE4-8CF5-02E3DDC67F65}" type="pres">
      <dgm:prSet presAssocID="{627F8D75-4D4E-407D-9BC8-30689FA6FCB7}" presName="Triangle" presStyleLbl="alignNode1" presStyleIdx="3" presStyleCnt="7"/>
      <dgm:spPr/>
    </dgm:pt>
    <dgm:pt modelId="{E1BE1404-A80E-4905-B942-284C9999BC22}" type="pres">
      <dgm:prSet presAssocID="{62B5AC98-259E-4E87-9820-4A38EB73DCF0}" presName="sibTrans" presStyleCnt="0"/>
      <dgm:spPr/>
    </dgm:pt>
    <dgm:pt modelId="{1972FB77-22D9-4A81-8AEE-7A34CEF3219C}" type="pres">
      <dgm:prSet presAssocID="{62B5AC98-259E-4E87-9820-4A38EB73DCF0}" presName="space" presStyleCnt="0"/>
      <dgm:spPr/>
    </dgm:pt>
    <dgm:pt modelId="{84E1B9D2-0E45-46FF-AF90-3AD4A29FF661}" type="pres">
      <dgm:prSet presAssocID="{5AF13CC5-D50A-4D5B-8732-81BE49D5F73B}" presName="composite" presStyleCnt="0"/>
      <dgm:spPr/>
    </dgm:pt>
    <dgm:pt modelId="{9CD9F92D-3307-4160-82BD-B66F52745172}" type="pres">
      <dgm:prSet presAssocID="{5AF13CC5-D50A-4D5B-8732-81BE49D5F73B}" presName="LShape" presStyleLbl="alignNode1" presStyleIdx="4" presStyleCnt="7"/>
      <dgm:spPr/>
    </dgm:pt>
    <dgm:pt modelId="{BA4B8416-D015-43C2-8428-AE5777F2E9F2}" type="pres">
      <dgm:prSet presAssocID="{5AF13CC5-D50A-4D5B-8732-81BE49D5F73B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EA25DCC9-1F5A-475E-ADFD-9151AFEF159F}" type="pres">
      <dgm:prSet presAssocID="{5AF13CC5-D50A-4D5B-8732-81BE49D5F73B}" presName="Triangle" presStyleLbl="alignNode1" presStyleIdx="5" presStyleCnt="7"/>
      <dgm:spPr/>
    </dgm:pt>
    <dgm:pt modelId="{E28441A6-FAA1-48B0-B6F2-684EC38BF23A}" type="pres">
      <dgm:prSet presAssocID="{433E8690-3FF0-4EE3-9208-D968F9B29607}" presName="sibTrans" presStyleCnt="0"/>
      <dgm:spPr/>
    </dgm:pt>
    <dgm:pt modelId="{256E3B25-1CE8-4F6A-811A-6B00BBFC5131}" type="pres">
      <dgm:prSet presAssocID="{433E8690-3FF0-4EE3-9208-D968F9B29607}" presName="space" presStyleCnt="0"/>
      <dgm:spPr/>
    </dgm:pt>
    <dgm:pt modelId="{8A058938-10CF-4F38-B8D7-1EE3FA40A4BC}" type="pres">
      <dgm:prSet presAssocID="{EDEF126C-75E0-41B4-ADDD-19EE654B8934}" presName="composite" presStyleCnt="0"/>
      <dgm:spPr/>
    </dgm:pt>
    <dgm:pt modelId="{223816C6-F168-41D8-BEFB-F852F804D43D}" type="pres">
      <dgm:prSet presAssocID="{EDEF126C-75E0-41B4-ADDD-19EE654B8934}" presName="LShape" presStyleLbl="alignNode1" presStyleIdx="6" presStyleCnt="7"/>
      <dgm:spPr/>
    </dgm:pt>
    <dgm:pt modelId="{5C562B77-C72F-4B87-BCF5-583B805D3CFE}" type="pres">
      <dgm:prSet presAssocID="{EDEF126C-75E0-41B4-ADDD-19EE654B893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FA4C335-326D-4C35-A325-B5C5CFF848D6}" type="presOf" srcId="{E6B815E1-6C9C-453F-BD3D-0DEF83AFEC8B}" destId="{ED743378-C296-41AE-9B81-0F56D6EFB170}" srcOrd="0" destOrd="0" presId="urn:microsoft.com/office/officeart/2009/3/layout/StepUpProcess"/>
    <dgm:cxn modelId="{65248945-E080-419F-8346-E2FCF4202223}" srcId="{E6B815E1-6C9C-453F-BD3D-0DEF83AFEC8B}" destId="{424933DA-4DA3-4C2C-A2BB-49B0CEA360DE}" srcOrd="0" destOrd="0" parTransId="{B8179D16-ABDF-4BF9-B6BE-EE19BE7AAA84}" sibTransId="{FCC3CFA2-3C6C-4489-9A92-6D00066A5F78}"/>
    <dgm:cxn modelId="{885C1E46-2C04-4FA7-A62B-03032CBFFCDC}" type="presOf" srcId="{627F8D75-4D4E-407D-9BC8-30689FA6FCB7}" destId="{DEC8B2E9-61F0-40F9-B8D9-0D8619AA4785}" srcOrd="0" destOrd="0" presId="urn:microsoft.com/office/officeart/2009/3/layout/StepUpProcess"/>
    <dgm:cxn modelId="{C1BE555C-553E-45C4-9CD2-C1E64B3A5A1A}" type="presOf" srcId="{EDEF126C-75E0-41B4-ADDD-19EE654B8934}" destId="{5C562B77-C72F-4B87-BCF5-583B805D3CFE}" srcOrd="0" destOrd="0" presId="urn:microsoft.com/office/officeart/2009/3/layout/StepUpProcess"/>
    <dgm:cxn modelId="{11FAFB60-289C-4F25-97DF-1C934E1EDF47}" srcId="{E6B815E1-6C9C-453F-BD3D-0DEF83AFEC8B}" destId="{EDEF126C-75E0-41B4-ADDD-19EE654B8934}" srcOrd="3" destOrd="0" parTransId="{344A7628-AD2D-4AA0-8AB1-ADE7926F4B2F}" sibTransId="{AF167B44-324A-4F00-8423-CF3B34F169DB}"/>
    <dgm:cxn modelId="{A3B5C5A8-D7D8-4E33-BBBC-5FB89079138B}" srcId="{E6B815E1-6C9C-453F-BD3D-0DEF83AFEC8B}" destId="{627F8D75-4D4E-407D-9BC8-30689FA6FCB7}" srcOrd="1" destOrd="0" parTransId="{E1660566-FD5B-4347-9A3E-55301D937AC2}" sibTransId="{62B5AC98-259E-4E87-9820-4A38EB73DCF0}"/>
    <dgm:cxn modelId="{1354E0B7-5D29-4C3C-BFB1-8E80E51044E8}" srcId="{E6B815E1-6C9C-453F-BD3D-0DEF83AFEC8B}" destId="{5AF13CC5-D50A-4D5B-8732-81BE49D5F73B}" srcOrd="2" destOrd="0" parTransId="{26375E56-EB6B-4DB0-B76E-A6FB10C5076A}" sibTransId="{433E8690-3FF0-4EE3-9208-D968F9B29607}"/>
    <dgm:cxn modelId="{65D6F3EE-CCE0-4A90-A341-E61BDD340EE5}" type="presOf" srcId="{424933DA-4DA3-4C2C-A2BB-49B0CEA360DE}" destId="{C28E391A-73E5-4FD1-8AC4-2120A3418C84}" srcOrd="0" destOrd="0" presId="urn:microsoft.com/office/officeart/2009/3/layout/StepUpProcess"/>
    <dgm:cxn modelId="{416B47FB-ED06-485D-BB44-432D5DE19950}" type="presOf" srcId="{5AF13CC5-D50A-4D5B-8732-81BE49D5F73B}" destId="{BA4B8416-D015-43C2-8428-AE5777F2E9F2}" srcOrd="0" destOrd="0" presId="urn:microsoft.com/office/officeart/2009/3/layout/StepUpProcess"/>
    <dgm:cxn modelId="{B5F2C549-BEF4-4090-BADF-5BC6979FED47}" type="presParOf" srcId="{ED743378-C296-41AE-9B81-0F56D6EFB170}" destId="{84B10876-5840-4787-98BC-E147AC2F6FB9}" srcOrd="0" destOrd="0" presId="urn:microsoft.com/office/officeart/2009/3/layout/StepUpProcess"/>
    <dgm:cxn modelId="{A48AEF86-4481-43CD-8D46-8797846DD291}" type="presParOf" srcId="{84B10876-5840-4787-98BC-E147AC2F6FB9}" destId="{E61B119C-562F-4ACC-9C14-8618FCF981DC}" srcOrd="0" destOrd="0" presId="urn:microsoft.com/office/officeart/2009/3/layout/StepUpProcess"/>
    <dgm:cxn modelId="{76C609DB-2E37-4714-A96B-D93A580025BE}" type="presParOf" srcId="{84B10876-5840-4787-98BC-E147AC2F6FB9}" destId="{C28E391A-73E5-4FD1-8AC4-2120A3418C84}" srcOrd="1" destOrd="0" presId="urn:microsoft.com/office/officeart/2009/3/layout/StepUpProcess"/>
    <dgm:cxn modelId="{33ECA6C5-4C03-44BF-A005-8E050D3FDB83}" type="presParOf" srcId="{84B10876-5840-4787-98BC-E147AC2F6FB9}" destId="{55E7C048-D7B9-44F1-AA1B-B4DBE86B8BA2}" srcOrd="2" destOrd="0" presId="urn:microsoft.com/office/officeart/2009/3/layout/StepUpProcess"/>
    <dgm:cxn modelId="{AEB4CDB4-4145-4F8F-9CC4-0BE5CD1C9084}" type="presParOf" srcId="{ED743378-C296-41AE-9B81-0F56D6EFB170}" destId="{DAF2AD8C-1B36-4FB7-A523-118C7248F706}" srcOrd="1" destOrd="0" presId="urn:microsoft.com/office/officeart/2009/3/layout/StepUpProcess"/>
    <dgm:cxn modelId="{A16AC975-E150-45C5-AB79-1761252F67D9}" type="presParOf" srcId="{DAF2AD8C-1B36-4FB7-A523-118C7248F706}" destId="{A50211FB-1F27-47F8-8F6C-AC3D854478E6}" srcOrd="0" destOrd="0" presId="urn:microsoft.com/office/officeart/2009/3/layout/StepUpProcess"/>
    <dgm:cxn modelId="{BFAEA7BC-1D00-4972-A6E0-246FC2A757BE}" type="presParOf" srcId="{ED743378-C296-41AE-9B81-0F56D6EFB170}" destId="{0C8BECA2-AD00-474A-8049-2189FFE5EDC7}" srcOrd="2" destOrd="0" presId="urn:microsoft.com/office/officeart/2009/3/layout/StepUpProcess"/>
    <dgm:cxn modelId="{B50C0187-E5EA-48F1-B286-C26456AFF381}" type="presParOf" srcId="{0C8BECA2-AD00-474A-8049-2189FFE5EDC7}" destId="{50CD93DB-D766-41A7-9440-84A40782CABE}" srcOrd="0" destOrd="0" presId="urn:microsoft.com/office/officeart/2009/3/layout/StepUpProcess"/>
    <dgm:cxn modelId="{976B0766-3E05-4C25-A536-DCA9474B360C}" type="presParOf" srcId="{0C8BECA2-AD00-474A-8049-2189FFE5EDC7}" destId="{DEC8B2E9-61F0-40F9-B8D9-0D8619AA4785}" srcOrd="1" destOrd="0" presId="urn:microsoft.com/office/officeart/2009/3/layout/StepUpProcess"/>
    <dgm:cxn modelId="{4AC7FB0E-2270-4742-AED9-BD9E925D9549}" type="presParOf" srcId="{0C8BECA2-AD00-474A-8049-2189FFE5EDC7}" destId="{02C98CB3-421C-4FE4-8CF5-02E3DDC67F65}" srcOrd="2" destOrd="0" presId="urn:microsoft.com/office/officeart/2009/3/layout/StepUpProcess"/>
    <dgm:cxn modelId="{F29886BF-F00E-44E3-A00C-EF905C6DBD9E}" type="presParOf" srcId="{ED743378-C296-41AE-9B81-0F56D6EFB170}" destId="{E1BE1404-A80E-4905-B942-284C9999BC22}" srcOrd="3" destOrd="0" presId="urn:microsoft.com/office/officeart/2009/3/layout/StepUpProcess"/>
    <dgm:cxn modelId="{C62D4322-69FD-4326-8B04-9703C0E661CC}" type="presParOf" srcId="{E1BE1404-A80E-4905-B942-284C9999BC22}" destId="{1972FB77-22D9-4A81-8AEE-7A34CEF3219C}" srcOrd="0" destOrd="0" presId="urn:microsoft.com/office/officeart/2009/3/layout/StepUpProcess"/>
    <dgm:cxn modelId="{921C9245-1E1D-4E54-810F-5ED5A15BEB8E}" type="presParOf" srcId="{ED743378-C296-41AE-9B81-0F56D6EFB170}" destId="{84E1B9D2-0E45-46FF-AF90-3AD4A29FF661}" srcOrd="4" destOrd="0" presId="urn:microsoft.com/office/officeart/2009/3/layout/StepUpProcess"/>
    <dgm:cxn modelId="{2C634D91-595F-4DA6-B866-8AAC5431E504}" type="presParOf" srcId="{84E1B9D2-0E45-46FF-AF90-3AD4A29FF661}" destId="{9CD9F92D-3307-4160-82BD-B66F52745172}" srcOrd="0" destOrd="0" presId="urn:microsoft.com/office/officeart/2009/3/layout/StepUpProcess"/>
    <dgm:cxn modelId="{D174A428-4141-42BE-8CE2-9CBA8CD74001}" type="presParOf" srcId="{84E1B9D2-0E45-46FF-AF90-3AD4A29FF661}" destId="{BA4B8416-D015-43C2-8428-AE5777F2E9F2}" srcOrd="1" destOrd="0" presId="urn:microsoft.com/office/officeart/2009/3/layout/StepUpProcess"/>
    <dgm:cxn modelId="{BD287223-2439-48EE-A954-EC29EEED36B2}" type="presParOf" srcId="{84E1B9D2-0E45-46FF-AF90-3AD4A29FF661}" destId="{EA25DCC9-1F5A-475E-ADFD-9151AFEF159F}" srcOrd="2" destOrd="0" presId="urn:microsoft.com/office/officeart/2009/3/layout/StepUpProcess"/>
    <dgm:cxn modelId="{BE9806B2-165E-4D0E-A9A8-C1E21018B0F0}" type="presParOf" srcId="{ED743378-C296-41AE-9B81-0F56D6EFB170}" destId="{E28441A6-FAA1-48B0-B6F2-684EC38BF23A}" srcOrd="5" destOrd="0" presId="urn:microsoft.com/office/officeart/2009/3/layout/StepUpProcess"/>
    <dgm:cxn modelId="{BF326FDD-9F22-4834-873A-D92FFCC448E2}" type="presParOf" srcId="{E28441A6-FAA1-48B0-B6F2-684EC38BF23A}" destId="{256E3B25-1CE8-4F6A-811A-6B00BBFC5131}" srcOrd="0" destOrd="0" presId="urn:microsoft.com/office/officeart/2009/3/layout/StepUpProcess"/>
    <dgm:cxn modelId="{B5DD9680-D8CE-4EFB-B30C-7AC3022713DE}" type="presParOf" srcId="{ED743378-C296-41AE-9B81-0F56D6EFB170}" destId="{8A058938-10CF-4F38-B8D7-1EE3FA40A4BC}" srcOrd="6" destOrd="0" presId="urn:microsoft.com/office/officeart/2009/3/layout/StepUpProcess"/>
    <dgm:cxn modelId="{9047D163-AE50-4D2B-A134-2E1E59C4C5E2}" type="presParOf" srcId="{8A058938-10CF-4F38-B8D7-1EE3FA40A4BC}" destId="{223816C6-F168-41D8-BEFB-F852F804D43D}" srcOrd="0" destOrd="0" presId="urn:microsoft.com/office/officeart/2009/3/layout/StepUpProcess"/>
    <dgm:cxn modelId="{276AD696-E51A-4244-BBA4-3718043A20AA}" type="presParOf" srcId="{8A058938-10CF-4F38-B8D7-1EE3FA40A4BC}" destId="{5C562B77-C72F-4B87-BCF5-583B805D3CF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41EBB-74BB-DD46-839E-1A1F419D6FD1}">
      <dsp:nvSpPr>
        <dsp:cNvPr id="0" name=""/>
        <dsp:cNvSpPr/>
      </dsp:nvSpPr>
      <dsp:spPr>
        <a:xfrm>
          <a:off x="4076210" y="749"/>
          <a:ext cx="8001978" cy="24565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Name/Country/Clinic </a:t>
          </a:r>
        </a:p>
      </dsp:txBody>
      <dsp:txXfrm>
        <a:off x="4148161" y="72700"/>
        <a:ext cx="7858076" cy="2312674"/>
      </dsp:txXfrm>
    </dsp:sp>
    <dsp:sp modelId="{A1FA7934-A905-5843-88F0-3C8CF065D7C9}">
      <dsp:nvSpPr>
        <dsp:cNvPr id="0" name=""/>
        <dsp:cNvSpPr/>
      </dsp:nvSpPr>
      <dsp:spPr>
        <a:xfrm rot="5400000">
          <a:off x="7616591" y="2518740"/>
          <a:ext cx="921216" cy="110545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7745562" y="2610862"/>
        <a:ext cx="663275" cy="644851"/>
      </dsp:txXfrm>
    </dsp:sp>
    <dsp:sp modelId="{60AE76B5-6045-5B48-BF55-4A70C47D24BD}">
      <dsp:nvSpPr>
        <dsp:cNvPr id="0" name=""/>
        <dsp:cNvSpPr/>
      </dsp:nvSpPr>
      <dsp:spPr>
        <a:xfrm>
          <a:off x="4076210" y="3685614"/>
          <a:ext cx="8001978" cy="24565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Calibri Light" panose="020F0302020204030204"/>
            </a:rPr>
            <a:t>City/ Town you are calling from</a:t>
          </a:r>
          <a:endParaRPr lang="en-US" sz="3200" b="1" kern="1200"/>
        </a:p>
      </dsp:txBody>
      <dsp:txXfrm>
        <a:off x="4148161" y="3757565"/>
        <a:ext cx="7858076" cy="2312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42C0E-10BB-324F-94DB-58180273E580}">
      <dsp:nvSpPr>
        <dsp:cNvPr id="0" name=""/>
        <dsp:cNvSpPr/>
      </dsp:nvSpPr>
      <dsp:spPr>
        <a:xfrm>
          <a:off x="0" y="560973"/>
          <a:ext cx="15621000" cy="756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974DF-76CD-7B42-8D21-D314ACBED522}">
      <dsp:nvSpPr>
        <dsp:cNvPr id="0" name=""/>
        <dsp:cNvSpPr/>
      </dsp:nvSpPr>
      <dsp:spPr>
        <a:xfrm>
          <a:off x="781050" y="118173"/>
          <a:ext cx="10934700" cy="8856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3306" tIns="0" rIns="41330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Welcome (5 Minutes) </a:t>
          </a:r>
        </a:p>
      </dsp:txBody>
      <dsp:txXfrm>
        <a:off x="824281" y="161404"/>
        <a:ext cx="10848238" cy="799138"/>
      </dsp:txXfrm>
    </dsp:sp>
    <dsp:sp modelId="{93B617EE-436C-BA4A-8975-2C39D57FB780}">
      <dsp:nvSpPr>
        <dsp:cNvPr id="0" name=""/>
        <dsp:cNvSpPr/>
      </dsp:nvSpPr>
      <dsp:spPr>
        <a:xfrm>
          <a:off x="0" y="1921773"/>
          <a:ext cx="15621000" cy="756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A5316-AE5F-214C-AB48-1E730A948181}">
      <dsp:nvSpPr>
        <dsp:cNvPr id="0" name=""/>
        <dsp:cNvSpPr/>
      </dsp:nvSpPr>
      <dsp:spPr>
        <a:xfrm>
          <a:off x="781050" y="1478973"/>
          <a:ext cx="10934700" cy="8856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3306" tIns="0" rIns="41330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What is new in quarter 4 (20 Minutes) </a:t>
          </a:r>
        </a:p>
      </dsp:txBody>
      <dsp:txXfrm>
        <a:off x="824281" y="1522204"/>
        <a:ext cx="10848238" cy="799138"/>
      </dsp:txXfrm>
    </dsp:sp>
    <dsp:sp modelId="{062BB329-9AB0-43E1-958D-CAECF4100903}">
      <dsp:nvSpPr>
        <dsp:cNvPr id="0" name=""/>
        <dsp:cNvSpPr/>
      </dsp:nvSpPr>
      <dsp:spPr>
        <a:xfrm>
          <a:off x="0" y="3282573"/>
          <a:ext cx="15621000" cy="756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FC63A-CE63-4759-9816-253EC3E91842}">
      <dsp:nvSpPr>
        <dsp:cNvPr id="0" name=""/>
        <dsp:cNvSpPr/>
      </dsp:nvSpPr>
      <dsp:spPr>
        <a:xfrm>
          <a:off x="781050" y="2839773"/>
          <a:ext cx="10934700" cy="8856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3306" tIns="0" rIns="41330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Reporting reminders (5 Minutes) </a:t>
          </a:r>
        </a:p>
      </dsp:txBody>
      <dsp:txXfrm>
        <a:off x="824281" y="2883004"/>
        <a:ext cx="10848238" cy="799138"/>
      </dsp:txXfrm>
    </dsp:sp>
    <dsp:sp modelId="{24B399D6-CD0F-1C49-956D-6AF8DE053A2F}">
      <dsp:nvSpPr>
        <dsp:cNvPr id="0" name=""/>
        <dsp:cNvSpPr/>
      </dsp:nvSpPr>
      <dsp:spPr>
        <a:xfrm>
          <a:off x="0" y="4643373"/>
          <a:ext cx="15621000" cy="756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EAF0F-D40A-5946-9072-329257D5F4A0}">
      <dsp:nvSpPr>
        <dsp:cNvPr id="0" name=""/>
        <dsp:cNvSpPr/>
      </dsp:nvSpPr>
      <dsp:spPr>
        <a:xfrm>
          <a:off x="781050" y="4200573"/>
          <a:ext cx="10934700" cy="8856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3306" tIns="0" rIns="41330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Tally sheet changes (10 Minutes)</a:t>
          </a:r>
        </a:p>
      </dsp:txBody>
      <dsp:txXfrm>
        <a:off x="824281" y="4243804"/>
        <a:ext cx="10848238" cy="799138"/>
      </dsp:txXfrm>
    </dsp:sp>
    <dsp:sp modelId="{5B896C3A-9264-45AB-922D-E57A622EAF9D}">
      <dsp:nvSpPr>
        <dsp:cNvPr id="0" name=""/>
        <dsp:cNvSpPr/>
      </dsp:nvSpPr>
      <dsp:spPr>
        <a:xfrm>
          <a:off x="0" y="6004173"/>
          <a:ext cx="15621000" cy="756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B0003-69DE-4FD3-8E99-34E22B557D7E}">
      <dsp:nvSpPr>
        <dsp:cNvPr id="0" name=""/>
        <dsp:cNvSpPr/>
      </dsp:nvSpPr>
      <dsp:spPr>
        <a:xfrm>
          <a:off x="781050" y="5561373"/>
          <a:ext cx="10934700" cy="8856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3306" tIns="0" rIns="413306" bIns="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>
              <a:solidFill>
                <a:schemeClr val="bg1"/>
              </a:solidFill>
              <a:latin typeface="Calibri"/>
              <a:ea typeface="Calibri"/>
              <a:cs typeface="Calibri"/>
            </a:rPr>
            <a:t>Questions &amp; feedback (15 minutes)</a:t>
          </a:r>
          <a:endParaRPr lang="en-US" sz="3000" b="1" kern="1200">
            <a:solidFill>
              <a:schemeClr val="bg1"/>
            </a:solidFill>
            <a:latin typeface="Calibri Light" panose="020F0302020204030204"/>
          </a:endParaRPr>
        </a:p>
      </dsp:txBody>
      <dsp:txXfrm>
        <a:off x="824281" y="5604604"/>
        <a:ext cx="10848238" cy="799138"/>
      </dsp:txXfrm>
    </dsp:sp>
    <dsp:sp modelId="{3EDC20BF-699C-BB4B-BE09-8EF83D4745C8}">
      <dsp:nvSpPr>
        <dsp:cNvPr id="0" name=""/>
        <dsp:cNvSpPr/>
      </dsp:nvSpPr>
      <dsp:spPr>
        <a:xfrm>
          <a:off x="0" y="7364973"/>
          <a:ext cx="15621000" cy="756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7535A-6795-D644-91EB-8D0276525309}">
      <dsp:nvSpPr>
        <dsp:cNvPr id="0" name=""/>
        <dsp:cNvSpPr/>
      </dsp:nvSpPr>
      <dsp:spPr>
        <a:xfrm>
          <a:off x="781050" y="6922173"/>
          <a:ext cx="10934700" cy="8856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3306" tIns="0" rIns="41330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Q3 data review (5 minutes)</a:t>
          </a:r>
        </a:p>
      </dsp:txBody>
      <dsp:txXfrm>
        <a:off x="824281" y="6965404"/>
        <a:ext cx="10848238" cy="799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BEFF7-DF01-4AF7-B3A5-08787335F5D7}">
      <dsp:nvSpPr>
        <dsp:cNvPr id="0" name=""/>
        <dsp:cNvSpPr/>
      </dsp:nvSpPr>
      <dsp:spPr>
        <a:xfrm>
          <a:off x="8329" y="1328118"/>
          <a:ext cx="2314128" cy="23141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chemeClr val="bg1"/>
              </a:solidFill>
              <a:latin typeface="Calibri Light" panose="020F0302020204030204"/>
            </a:rPr>
            <a:t> </a:t>
          </a:r>
          <a:r>
            <a:rPr lang="en-US" sz="3600" kern="1200">
              <a:solidFill>
                <a:schemeClr val="bg1"/>
              </a:solidFill>
              <a:latin typeface="Calibri"/>
              <a:ea typeface="Calibri"/>
              <a:cs typeface="Calibri"/>
            </a:rPr>
            <a:t>Enrolled in care</a:t>
          </a:r>
          <a:endParaRPr lang="en-US" sz="3600" kern="1200">
            <a:solidFill>
              <a:schemeClr val="bg1"/>
            </a:solidFill>
            <a:latin typeface="Calibri Light" panose="020F0302020204030204"/>
          </a:endParaRPr>
        </a:p>
      </dsp:txBody>
      <dsp:txXfrm>
        <a:off x="347225" y="1667014"/>
        <a:ext cx="1636336" cy="1636336"/>
      </dsp:txXfrm>
    </dsp:sp>
    <dsp:sp modelId="{988ACF4D-6DF2-408B-9468-3F788D88DA6C}">
      <dsp:nvSpPr>
        <dsp:cNvPr id="0" name=""/>
        <dsp:cNvSpPr/>
      </dsp:nvSpPr>
      <dsp:spPr>
        <a:xfrm>
          <a:off x="2510365" y="1814085"/>
          <a:ext cx="1342194" cy="134219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688273" y="2327340"/>
        <a:ext cx="986378" cy="315684"/>
      </dsp:txXfrm>
    </dsp:sp>
    <dsp:sp modelId="{B6867C78-AA86-42FC-B61D-149D9CE5E6EC}">
      <dsp:nvSpPr>
        <dsp:cNvPr id="0" name=""/>
        <dsp:cNvSpPr/>
      </dsp:nvSpPr>
      <dsp:spPr>
        <a:xfrm>
          <a:off x="4040466" y="1328118"/>
          <a:ext cx="2314128" cy="23141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 Has not died</a:t>
          </a:r>
          <a:endParaRPr lang="en-US" sz="3600" kern="1200"/>
        </a:p>
      </dsp:txBody>
      <dsp:txXfrm>
        <a:off x="4379362" y="1667014"/>
        <a:ext cx="1636336" cy="1636336"/>
      </dsp:txXfrm>
    </dsp:sp>
    <dsp:sp modelId="{0284FD29-CD86-4FE3-B5BD-A15893B2DAA2}">
      <dsp:nvSpPr>
        <dsp:cNvPr id="0" name=""/>
        <dsp:cNvSpPr/>
      </dsp:nvSpPr>
      <dsp:spPr>
        <a:xfrm>
          <a:off x="6542502" y="1814085"/>
          <a:ext cx="1342194" cy="134219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720410" y="2327340"/>
        <a:ext cx="986378" cy="315684"/>
      </dsp:txXfrm>
    </dsp:sp>
    <dsp:sp modelId="{F4FF45BF-B7DF-48EC-B934-B67D526F079C}">
      <dsp:nvSpPr>
        <dsp:cNvPr id="0" name=""/>
        <dsp:cNvSpPr/>
      </dsp:nvSpPr>
      <dsp:spPr>
        <a:xfrm>
          <a:off x="8072604" y="1328118"/>
          <a:ext cx="2314128" cy="23141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 Not Lost to follow up</a:t>
          </a:r>
          <a:endParaRPr lang="en-US" sz="3600" kern="1200"/>
        </a:p>
      </dsp:txBody>
      <dsp:txXfrm>
        <a:off x="8411500" y="1667014"/>
        <a:ext cx="1636336" cy="1636336"/>
      </dsp:txXfrm>
    </dsp:sp>
    <dsp:sp modelId="{E7522281-6AD3-45FC-9BA2-2256A967DC59}">
      <dsp:nvSpPr>
        <dsp:cNvPr id="0" name=""/>
        <dsp:cNvSpPr/>
      </dsp:nvSpPr>
      <dsp:spPr>
        <a:xfrm>
          <a:off x="10574640" y="1814085"/>
          <a:ext cx="1342194" cy="134219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752548" y="2090577"/>
        <a:ext cx="986378" cy="789210"/>
      </dsp:txXfrm>
    </dsp:sp>
    <dsp:sp modelId="{7D6830E8-72C8-4D9C-8130-4427D2E3C74F}">
      <dsp:nvSpPr>
        <dsp:cNvPr id="0" name=""/>
        <dsp:cNvSpPr/>
      </dsp:nvSpPr>
      <dsp:spPr>
        <a:xfrm>
          <a:off x="12104742" y="1328118"/>
          <a:ext cx="2314128" cy="23141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 Active</a:t>
          </a:r>
          <a:endParaRPr lang="en-US" sz="3600" kern="1200"/>
        </a:p>
      </dsp:txBody>
      <dsp:txXfrm>
        <a:off x="12443638" y="1667014"/>
        <a:ext cx="1636336" cy="16363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BEFF7-DF01-4AF7-B3A5-08787335F5D7}">
      <dsp:nvSpPr>
        <dsp:cNvPr id="0" name=""/>
        <dsp:cNvSpPr/>
      </dsp:nvSpPr>
      <dsp:spPr>
        <a:xfrm>
          <a:off x="5829" y="1362157"/>
          <a:ext cx="1619643" cy="1619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bg1"/>
              </a:solidFill>
              <a:latin typeface="Calibri Light" panose="020F0302020204030204"/>
            </a:rPr>
            <a:t> </a:t>
          </a:r>
          <a:r>
            <a:rPr lang="en-US" sz="2300" kern="1200">
              <a:solidFill>
                <a:schemeClr val="bg1"/>
              </a:solidFill>
              <a:latin typeface="Calibri"/>
              <a:ea typeface="Calibri"/>
              <a:cs typeface="Calibri"/>
            </a:rPr>
            <a:t>Enrolled in care</a:t>
          </a:r>
          <a:endParaRPr lang="en-US" sz="2300" kern="1200">
            <a:solidFill>
              <a:schemeClr val="bg1"/>
            </a:solidFill>
            <a:latin typeface="Calibri Light" panose="020F0302020204030204"/>
          </a:endParaRPr>
        </a:p>
      </dsp:txBody>
      <dsp:txXfrm>
        <a:off x="243020" y="1599348"/>
        <a:ext cx="1145261" cy="1145261"/>
      </dsp:txXfrm>
    </dsp:sp>
    <dsp:sp modelId="{988ACF4D-6DF2-408B-9468-3F788D88DA6C}">
      <dsp:nvSpPr>
        <dsp:cNvPr id="0" name=""/>
        <dsp:cNvSpPr/>
      </dsp:nvSpPr>
      <dsp:spPr>
        <a:xfrm>
          <a:off x="1756988" y="1702282"/>
          <a:ext cx="939393" cy="939393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881505" y="2061506"/>
        <a:ext cx="690359" cy="220945"/>
      </dsp:txXfrm>
    </dsp:sp>
    <dsp:sp modelId="{B6867C78-AA86-42FC-B61D-149D9CE5E6EC}">
      <dsp:nvSpPr>
        <dsp:cNvPr id="0" name=""/>
        <dsp:cNvSpPr/>
      </dsp:nvSpPr>
      <dsp:spPr>
        <a:xfrm>
          <a:off x="2827896" y="1362157"/>
          <a:ext cx="1619643" cy="1619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 Has not died</a:t>
          </a:r>
          <a:endParaRPr lang="en-US" sz="2300" kern="1200"/>
        </a:p>
      </dsp:txBody>
      <dsp:txXfrm>
        <a:off x="3065087" y="1599348"/>
        <a:ext cx="1145261" cy="1145261"/>
      </dsp:txXfrm>
    </dsp:sp>
    <dsp:sp modelId="{0284FD29-CD86-4FE3-B5BD-A15893B2DAA2}">
      <dsp:nvSpPr>
        <dsp:cNvPr id="0" name=""/>
        <dsp:cNvSpPr/>
      </dsp:nvSpPr>
      <dsp:spPr>
        <a:xfrm>
          <a:off x="4579055" y="1702282"/>
          <a:ext cx="939393" cy="939393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703572" y="2061506"/>
        <a:ext cx="690359" cy="220945"/>
      </dsp:txXfrm>
    </dsp:sp>
    <dsp:sp modelId="{F4FF45BF-B7DF-48EC-B934-B67D526F079C}">
      <dsp:nvSpPr>
        <dsp:cNvPr id="0" name=""/>
        <dsp:cNvSpPr/>
      </dsp:nvSpPr>
      <dsp:spPr>
        <a:xfrm>
          <a:off x="5649963" y="1362157"/>
          <a:ext cx="1619643" cy="1619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 Not Lost to follow up</a:t>
          </a:r>
          <a:endParaRPr lang="en-US" sz="2300" kern="1200"/>
        </a:p>
      </dsp:txBody>
      <dsp:txXfrm>
        <a:off x="5887154" y="1599348"/>
        <a:ext cx="1145261" cy="1145261"/>
      </dsp:txXfrm>
    </dsp:sp>
    <dsp:sp modelId="{E7522281-6AD3-45FC-9BA2-2256A967DC59}">
      <dsp:nvSpPr>
        <dsp:cNvPr id="0" name=""/>
        <dsp:cNvSpPr/>
      </dsp:nvSpPr>
      <dsp:spPr>
        <a:xfrm>
          <a:off x="7401122" y="1702282"/>
          <a:ext cx="939393" cy="939393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525639" y="1895797"/>
        <a:ext cx="690359" cy="552363"/>
      </dsp:txXfrm>
    </dsp:sp>
    <dsp:sp modelId="{7D6830E8-72C8-4D9C-8130-4427D2E3C74F}">
      <dsp:nvSpPr>
        <dsp:cNvPr id="0" name=""/>
        <dsp:cNvSpPr/>
      </dsp:nvSpPr>
      <dsp:spPr>
        <a:xfrm>
          <a:off x="8472030" y="1362157"/>
          <a:ext cx="1619643" cy="1619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 Active</a:t>
          </a:r>
          <a:endParaRPr lang="en-US" sz="2300" kern="1200"/>
        </a:p>
      </dsp:txBody>
      <dsp:txXfrm>
        <a:off x="8709221" y="1599348"/>
        <a:ext cx="1145261" cy="11452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B119C-562F-4ACC-9C14-8618FCF981DC}">
      <dsp:nvSpPr>
        <dsp:cNvPr id="0" name=""/>
        <dsp:cNvSpPr/>
      </dsp:nvSpPr>
      <dsp:spPr>
        <a:xfrm rot="5400000">
          <a:off x="619488" y="3739346"/>
          <a:ext cx="1865472" cy="310410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E391A-73E5-4FD1-8AC4-2120A3418C84}">
      <dsp:nvSpPr>
        <dsp:cNvPr id="0" name=""/>
        <dsp:cNvSpPr/>
      </dsp:nvSpPr>
      <dsp:spPr>
        <a:xfrm>
          <a:off x="308094" y="4666804"/>
          <a:ext cx="2802402" cy="2456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Paper Based Data collection</a:t>
          </a:r>
        </a:p>
      </dsp:txBody>
      <dsp:txXfrm>
        <a:off x="308094" y="4666804"/>
        <a:ext cx="2802402" cy="2456469"/>
      </dsp:txXfrm>
    </dsp:sp>
    <dsp:sp modelId="{55E7C048-D7B9-44F1-AA1B-B4DBE86B8BA2}">
      <dsp:nvSpPr>
        <dsp:cNvPr id="0" name=""/>
        <dsp:cNvSpPr/>
      </dsp:nvSpPr>
      <dsp:spPr>
        <a:xfrm>
          <a:off x="2581741" y="3510819"/>
          <a:ext cx="528755" cy="52875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D93DB-D766-41A7-9440-84A40782CABE}">
      <dsp:nvSpPr>
        <dsp:cNvPr id="0" name=""/>
        <dsp:cNvSpPr/>
      </dsp:nvSpPr>
      <dsp:spPr>
        <a:xfrm rot="5400000">
          <a:off x="4050176" y="2890419"/>
          <a:ext cx="1865472" cy="310410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8B2E9-61F0-40F9-B8D9-0D8619AA4785}">
      <dsp:nvSpPr>
        <dsp:cNvPr id="0" name=""/>
        <dsp:cNvSpPr/>
      </dsp:nvSpPr>
      <dsp:spPr>
        <a:xfrm>
          <a:off x="3738782" y="3817877"/>
          <a:ext cx="2802402" cy="2456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Digital database tools (Excel, Kobo toolbox)</a:t>
          </a:r>
        </a:p>
      </dsp:txBody>
      <dsp:txXfrm>
        <a:off x="3738782" y="3817877"/>
        <a:ext cx="2802402" cy="2456469"/>
      </dsp:txXfrm>
    </dsp:sp>
    <dsp:sp modelId="{02C98CB3-421C-4FE4-8CF5-02E3DDC67F65}">
      <dsp:nvSpPr>
        <dsp:cNvPr id="0" name=""/>
        <dsp:cNvSpPr/>
      </dsp:nvSpPr>
      <dsp:spPr>
        <a:xfrm>
          <a:off x="6012429" y="2661892"/>
          <a:ext cx="528755" cy="52875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9F92D-3307-4160-82BD-B66F52745172}">
      <dsp:nvSpPr>
        <dsp:cNvPr id="0" name=""/>
        <dsp:cNvSpPr/>
      </dsp:nvSpPr>
      <dsp:spPr>
        <a:xfrm rot="5400000">
          <a:off x="7480863" y="2041492"/>
          <a:ext cx="1865472" cy="310410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B8416-D015-43C2-8428-AE5777F2E9F2}">
      <dsp:nvSpPr>
        <dsp:cNvPr id="0" name=""/>
        <dsp:cNvSpPr/>
      </dsp:nvSpPr>
      <dsp:spPr>
        <a:xfrm>
          <a:off x="7169470" y="2968950"/>
          <a:ext cx="2802402" cy="2456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Digital Health Information systems (e.g. patient-level DHIS2)</a:t>
          </a:r>
        </a:p>
      </dsp:txBody>
      <dsp:txXfrm>
        <a:off x="7169470" y="2968950"/>
        <a:ext cx="2802402" cy="2456469"/>
      </dsp:txXfrm>
    </dsp:sp>
    <dsp:sp modelId="{EA25DCC9-1F5A-475E-ADFD-9151AFEF159F}">
      <dsp:nvSpPr>
        <dsp:cNvPr id="0" name=""/>
        <dsp:cNvSpPr/>
      </dsp:nvSpPr>
      <dsp:spPr>
        <a:xfrm>
          <a:off x="9443117" y="1812964"/>
          <a:ext cx="528755" cy="52875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816C6-F168-41D8-BEFB-F852F804D43D}">
      <dsp:nvSpPr>
        <dsp:cNvPr id="0" name=""/>
        <dsp:cNvSpPr/>
      </dsp:nvSpPr>
      <dsp:spPr>
        <a:xfrm rot="5400000">
          <a:off x="10911551" y="1192565"/>
          <a:ext cx="1865472" cy="310410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62B77-C72F-4B87-BCF5-583B805D3CFE}">
      <dsp:nvSpPr>
        <dsp:cNvPr id="0" name=""/>
        <dsp:cNvSpPr/>
      </dsp:nvSpPr>
      <dsp:spPr>
        <a:xfrm>
          <a:off x="10600158" y="2120023"/>
          <a:ext cx="2802402" cy="2456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Electronic Medical Record systems / Electronic Health Records systems (e.g. </a:t>
          </a:r>
          <a:r>
            <a:rPr lang="en-US" sz="2700" kern="1200" err="1"/>
            <a:t>OpenMRS</a:t>
          </a:r>
          <a:r>
            <a:rPr lang="en-US" sz="2700" kern="1200"/>
            <a:t>)</a:t>
          </a:r>
        </a:p>
      </dsp:txBody>
      <dsp:txXfrm>
        <a:off x="10600158" y="2120023"/>
        <a:ext cx="2802402" cy="2456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C0758-3975-B34F-9DC6-4FE351F118D3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8F86C-C861-2149-8FF6-376AA945B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0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23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09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  <a:p>
            <a:endParaRPr lang="en-US"/>
          </a:p>
          <a:p>
            <a:r>
              <a:rPr lang="en-US"/>
              <a:t>These slides will be made available after the meeting</a:t>
            </a:r>
          </a:p>
          <a:p>
            <a:endParaRPr lang="en-US"/>
          </a:p>
          <a:p>
            <a:r>
              <a:rPr lang="en-US"/>
              <a:t>Quarter 4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27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Dev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talk about Quarter 4 roll out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8F86C-C861-2149-8FF6-376AA945BA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155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8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 panose="020F0502020204030204"/>
              </a:rPr>
              <a:t>Collin </a:t>
            </a:r>
          </a:p>
          <a:p>
            <a:endParaRPr lang="en-US">
              <a:ea typeface="Calibri"/>
              <a:cs typeface="Calibri" panose="020F0502020204030204"/>
            </a:endParaRPr>
          </a:p>
          <a:p>
            <a:r>
              <a:rPr lang="en-US">
                <a:ea typeface="Calibri"/>
                <a:cs typeface="Calibri" panose="020F0502020204030204"/>
              </a:rPr>
              <a:t>New or modified indicators shown by blue arrows. Provider subcategories are hidden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>
                <a:cs typeface="Calibri" panose="020F0502020204030204"/>
              </a:rPr>
              <a:t>Definitions: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PPF1. Number of providers who have ever been FULLY trained at this PEN-Plus clinic per the 3 modalities of training (didactics, clinical attachment, and mentorship)</a:t>
            </a:r>
            <a:endParaRPr lang="en-US">
              <a:cs typeface="Calibri"/>
            </a:endParaRPr>
          </a:p>
          <a:p>
            <a:r>
              <a:rPr lang="en-US"/>
              <a:t>Number of providers who have ever completed (1) all didactic training, (2) practical clinical attachment, and (3) mentorship logbook in PEN-Plus at this clinic ever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PPF1.1</a:t>
            </a:r>
            <a:endParaRPr lang="en-US">
              <a:cs typeface="Calibri" panose="020F0502020204030204"/>
            </a:endParaRPr>
          </a:p>
          <a:p>
            <a:r>
              <a:rPr lang="en-US"/>
              <a:t>Number of providers who have ever been FULLY trained at this PEN-Plus clinic AND are currently working at this PEN-Plus clinic</a:t>
            </a:r>
            <a:endParaRPr lang="en-US">
              <a:cs typeface="Calibri"/>
            </a:endParaRPr>
          </a:p>
          <a:p>
            <a:r>
              <a:rPr lang="en-US"/>
              <a:t>Number of providers who are currently working at the clinic AND have  completed (1) all didactic training, (2) practical clinical attachment, and (3)   mentorship logbook in PEN-Plus at this clinic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PPF1.2</a:t>
            </a:r>
            <a:endParaRPr lang="en-US">
              <a:cs typeface="Calibri" panose="020F0502020204030204"/>
            </a:endParaRPr>
          </a:p>
          <a:p>
            <a:r>
              <a:rPr lang="en-US"/>
              <a:t>Number of providers who completed didactic training in past quarter</a:t>
            </a:r>
            <a:endParaRPr lang="en-US">
              <a:cs typeface="Calibri"/>
            </a:endParaRPr>
          </a:p>
          <a:p>
            <a:r>
              <a:rPr lang="en-US"/>
              <a:t>Number of providers who completed didactic training in past quarter including attending, completing, and passing all components of PEN-Plus didactics course in the last 3 months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PPF1.3</a:t>
            </a:r>
            <a:endParaRPr lang="en-US">
              <a:cs typeface="Calibri" panose="020F0502020204030204"/>
            </a:endParaRPr>
          </a:p>
          <a:p>
            <a:r>
              <a:rPr lang="en-US"/>
              <a:t>Number of providers who completed mentorship logbook in past quarter</a:t>
            </a:r>
            <a:endParaRPr lang="en-US">
              <a:cs typeface="Calibri"/>
            </a:endParaRPr>
          </a:p>
          <a:p>
            <a:r>
              <a:rPr lang="en-US"/>
              <a:t>Number of providers who reached completion of mentorship in the last quarter, meaning each competency in the logbook has been seen at least 3 times by the learner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PPF2</a:t>
            </a:r>
            <a:endParaRPr lang="en-US">
              <a:cs typeface="Calibri" panose="020F0502020204030204"/>
            </a:endParaRPr>
          </a:p>
          <a:p>
            <a:r>
              <a:rPr lang="en-US"/>
              <a:t>Number of providers currently enrolled in any component of training</a:t>
            </a:r>
            <a:endParaRPr lang="en-US">
              <a:cs typeface="Calibri"/>
            </a:endParaRPr>
          </a:p>
          <a:p>
            <a:r>
              <a:rPr lang="en-US"/>
              <a:t>Number of providers currently enrolled in any component of training (didactics or e-learning; clinical attachment; mentorship)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PPF3</a:t>
            </a:r>
            <a:endParaRPr lang="en-US">
              <a:cs typeface="Calibri" panose="020F0502020204030204"/>
            </a:endParaRPr>
          </a:p>
          <a:p>
            <a:r>
              <a:rPr lang="en-US"/>
              <a:t>Number of mentorship visit days conducted in the last 3months</a:t>
            </a:r>
            <a:endParaRPr lang="en-US">
              <a:cs typeface="Calibri"/>
            </a:endParaRPr>
          </a:p>
          <a:p>
            <a:r>
              <a:rPr lang="en-US"/>
              <a:t>Number of days of mentorship visits conducted in the last 3 months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PPF4</a:t>
            </a:r>
            <a:endParaRPr lang="en-US">
              <a:cs typeface="Calibri" panose="020F0502020204030204"/>
            </a:endParaRPr>
          </a:p>
          <a:p>
            <a:r>
              <a:rPr lang="en-US"/>
              <a:t>Number of providers who are currently working at the clinic AND are fully trained</a:t>
            </a:r>
            <a:endParaRPr lang="en-US">
              <a:cs typeface="Calibri"/>
            </a:endParaRPr>
          </a:p>
          <a:p>
            <a:r>
              <a:rPr lang="en-US"/>
              <a:t>Number of providers who are currently working at the clinic AND have  completed (1) all didactic training, (2) practical clinical attachment, and (3)   mentorship logbook in PEN-Plus at this clinic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PPF4.1</a:t>
            </a:r>
            <a:endParaRPr lang="en-US">
              <a:cs typeface="Calibri" panose="020F0502020204030204"/>
            </a:endParaRPr>
          </a:p>
          <a:p>
            <a:r>
              <a:rPr lang="en-US"/>
              <a:t>Total number of PEN-plus providers working at the clinic</a:t>
            </a:r>
            <a:endParaRPr lang="en-US">
              <a:cs typeface="Calibri"/>
            </a:endParaRPr>
          </a:p>
          <a:p>
            <a:r>
              <a:rPr lang="en-US"/>
              <a:t>the number of providers currently working at the clinic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 panose="020F0502020204030204"/>
              </a:rPr>
              <a:t>Collin </a:t>
            </a:r>
          </a:p>
          <a:p>
            <a:endParaRPr lang="en-US">
              <a:cs typeface="Calibri" panose="020F0502020204030204"/>
            </a:endParaRPr>
          </a:p>
          <a:p>
            <a:r>
              <a:rPr lang="en-US">
                <a:cs typeface="Calibri" panose="020F0502020204030204"/>
              </a:rPr>
              <a:t>All training indicators except PP3 (mentorship) ask for this </a:t>
            </a:r>
            <a:r>
              <a:rPr lang="en-US" err="1">
                <a:cs typeface="Calibri" panose="020F0502020204030204"/>
              </a:rPr>
              <a:t>dissaggregation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54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Collin </a:t>
            </a:r>
          </a:p>
          <a:p>
            <a:endParaRPr lang="en-US"/>
          </a:p>
          <a:p>
            <a:r>
              <a:rPr lang="en-US"/>
              <a:t>Total number of stock out days for key drugs. This list the same for each clinic </a:t>
            </a:r>
          </a:p>
          <a:p>
            <a:r>
              <a:rPr lang="en-US"/>
              <a:t>Total number of stock out days for key equipment and/or reagents during the last 3 months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Each </a:t>
            </a:r>
            <a:r>
              <a:rPr lang="en-US" err="1">
                <a:cs typeface="Calibri"/>
              </a:rPr>
              <a:t>subindicator</a:t>
            </a:r>
            <a:r>
              <a:rPr lang="en-US">
                <a:cs typeface="Calibri"/>
              </a:rPr>
              <a:t> under PPF5 and PPF6 should not exceed 90 days.</a:t>
            </a:r>
          </a:p>
          <a:p>
            <a:r>
              <a:rPr lang="en-US">
                <a:cs typeface="Calibri"/>
              </a:rPr>
              <a:t>If you don't have SCD in your catchment area, please write n/a for SCD related- SCD tests, hydroxyurea and penicillin?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31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Collin 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PP2 is changed to Active patients under 30 years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50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Collin 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Re-iterate: PP9 and PP10  are "in the last 3 months"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PP11- #SCD tests conducted at that clinic in the last 3 months</a:t>
            </a:r>
          </a:p>
          <a:p>
            <a:r>
              <a:rPr lang="en-US">
                <a:cs typeface="Calibri"/>
              </a:rPr>
              <a:t>PP12- #SCD tests that were positive</a:t>
            </a:r>
          </a:p>
          <a:p>
            <a:r>
              <a:rPr lang="en-US">
                <a:cs typeface="Calibri"/>
              </a:rPr>
              <a:t>PP12&lt;PP11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PP13- #Echocardiograms conducted at the clinic in the last 3 months</a:t>
            </a:r>
          </a:p>
          <a:p>
            <a:r>
              <a:rPr lang="en-US">
                <a:cs typeface="Calibri"/>
              </a:rPr>
              <a:t>PP14- # Echocardiograms that identified a pathology in the last 3 months</a:t>
            </a:r>
          </a:p>
          <a:p>
            <a:r>
              <a:rPr lang="en-US">
                <a:cs typeface="Calibri"/>
              </a:rPr>
              <a:t>PP14&lt;PP13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56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36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Collin 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Re-iterate: PP6 is for patients newly lost to follow up in the last 3 months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36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Re-iterate: PP6 is for patients newly lost to follow up in the last 3 months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22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Collin 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Re-iterate: PP6 is for patients newly lost to follow up in the last 3 months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Suggestions on how to reduce the burden of LTFU – section off LTFU, Death, and transferred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26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54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737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993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82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59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28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99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  <a:p>
            <a:r>
              <a:rPr lang="en-US"/>
              <a:t>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1A2D1-3CE5-3E49-B561-D98940B9A45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45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440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41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8F86C-C861-2149-8FF6-376AA945BA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8547-2539-BF4C-6EC9-14BC343D4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  <a:prstGeom prst="rect">
            <a:avLst/>
          </a:prstGeom>
        </p:spPr>
        <p:txBody>
          <a:bodyPr anchor="b"/>
          <a:lstStyle>
            <a:lvl1pPr algn="ctr">
              <a:defRPr sz="98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91702-2271-EF5B-24AF-45B8B946B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010F-9F77-6194-4F9A-E102CC74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CB3F-8E9F-5F37-5C15-F429645D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0E62-A715-E169-BDAB-026401E37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7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FCA75-E1F4-AD07-B057-A6082FC9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6C382-750B-99BA-BE93-B0628375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CBF5D-F4FD-ECF6-5829-1D82836B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DDC1A-EEC1-5025-BB65-BB221B0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2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C7DB-1CA8-7A21-AB49-F43E249C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86" y="2819485"/>
            <a:ext cx="17339786" cy="4704375"/>
          </a:xfrm>
          <a:prstGeom prst="rect">
            <a:avLst/>
          </a:prstGeom>
        </p:spPr>
        <p:txBody>
          <a:bodyPr anchor="b"/>
          <a:lstStyle>
            <a:lvl1pPr>
              <a:defRPr sz="98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AB12B-A7BE-0C25-DF3F-110AA16BF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86" y="7568366"/>
            <a:ext cx="17339786" cy="247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64E0C-8334-798F-D1EB-01CDE563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95B7-A31E-3AB4-3601-7FD7C5FE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502D2-D95B-5A8D-6B2B-6CBF1B15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7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D3C7-D22E-429F-5036-16924FA3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1A5A-A3E3-007A-EAC0-E05D3231E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157" y="3010591"/>
            <a:ext cx="8544243" cy="71756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8EEF-45AE-308F-01B6-D030EC1B1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7700" y="3010591"/>
            <a:ext cx="8544243" cy="71756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E3E53-B3BB-466E-270E-D716CC80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5BED9-C246-2974-B710-616067EF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4C734-BDE1-D303-3E5F-7489662A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3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DB5A-6255-7356-A168-13CE5F4C0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119"/>
            <a:ext cx="17339786" cy="21859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EDD1-36D8-F485-A4D3-857302B1F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2362"/>
            <a:ext cx="8504976" cy="135869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73AD2-913D-8441-7101-C8DDCD9E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1054"/>
            <a:ext cx="8504976" cy="60761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7B77C-DF79-BB78-8DFE-2B8FDE03D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2362"/>
            <a:ext cx="8546861" cy="135869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0CCD0-CC78-45CE-0953-EE0E974FE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1054"/>
            <a:ext cx="8546861" cy="60761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FA67B-928C-4E40-2AC7-311DBB67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F82FC-FBEE-DF83-BA25-513B6460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3DC1F-6E2F-14F2-4243-8D9AAC09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A737B-5C45-38E9-16CF-07F6DFB0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626C5-7A06-A3E2-EF37-B0C58808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92B57-AEA8-3212-12BD-AF53CBE8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BC7F5-9038-9863-D989-444AF21E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5DCD3-42E8-A986-A0D9-317D8414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83742-14E2-7182-9FE8-03AC4BB2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F5C90-0E6E-76A6-14B7-8163D8C6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3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4BCE-E93D-3D96-3CBA-AEF4A712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  <a:prstGeom prst="rect">
            <a:avLst/>
          </a:prstGeom>
        </p:spPr>
        <p:txBody>
          <a:bodyPr anchor="b"/>
          <a:lstStyle>
            <a:lvl1pPr>
              <a:defRPr sz="527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8B1ED-EA2C-61E7-447A-D3500EF8B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1628338"/>
            <a:ext cx="10177701" cy="8036969"/>
          </a:xfrm>
          <a:prstGeom prst="rect">
            <a:avLst/>
          </a:prstGeo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4EA8E-A1E6-0D11-AC0F-C0C278BC4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8F84A-6923-C38E-144B-C3ADB316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FCB3B-21A5-4E36-163E-010155D2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F9AF6-3A7A-EB42-542B-E8728051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9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CE84-A977-F41E-8A19-7F89EB37F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  <a:prstGeom prst="rect">
            <a:avLst/>
          </a:prstGeom>
        </p:spPr>
        <p:txBody>
          <a:bodyPr anchor="b"/>
          <a:lstStyle>
            <a:lvl1pPr>
              <a:defRPr sz="527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3D45E-87D2-865A-0F02-CAB74CC4A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546861" y="1628338"/>
            <a:ext cx="10177701" cy="8036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28155-BAB0-99E0-9027-EBEE8D03A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887C2-46CD-0E85-0B35-673B018B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D9D0D-4AAE-1E13-7E1B-8864EE16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96F79-9E77-81B1-441B-0B811E3B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7496-83ED-59A7-A8D7-9F4E714B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0157A-1B2A-070E-2903-A26C77B26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65B6F-5979-B585-4A03-1C2E9007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42793-83EA-E8D4-4E95-E9A88E79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3742D-1589-CC5A-B81A-974D20FB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9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132B6-5C47-9145-B22C-1D4223C96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386996" y="602118"/>
            <a:ext cx="4334947" cy="958415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F0507-E1DD-F2F3-C774-1D56680CC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157" y="602118"/>
            <a:ext cx="12753538" cy="95841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79B5-2626-8FE1-2EC5-DCA7E1CB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1C6A15D6-3EEA-6140-B3FB-455C85F51AD1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81519-0F5A-A89C-6F41-721B73D7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ECBB-E0A1-7647-A3EE-05656973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/>
          <a:p>
            <a:fld id="{DBDADD1E-8CD7-F644-B9D6-BF386C34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76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B82F03-9ACE-E5AD-BA64-05E8195FB62D}"/>
              </a:ext>
            </a:extLst>
          </p:cNvPr>
          <p:cNvSpPr/>
          <p:nvPr userDrawn="1"/>
        </p:nvSpPr>
        <p:spPr>
          <a:xfrm>
            <a:off x="152691" y="35092"/>
            <a:ext cx="5752891" cy="1415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F5ED95-9501-DB22-5034-0EC96D94EC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512" y="3"/>
            <a:ext cx="20155124" cy="18355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29E669-7A90-5E41-D2A1-4903045D1F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38686" y="175458"/>
            <a:ext cx="4505536" cy="120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58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5034371" cy="11309350"/>
          </a:xfrm>
          <a:custGeom>
            <a:avLst/>
            <a:gdLst>
              <a:gd name="connsiteX0" fmla="*/ 3233532 w 9117496"/>
              <a:gd name="connsiteY0" fmla="*/ 0 h 6858000"/>
              <a:gd name="connsiteX1" fmla="*/ 9117496 w 9117496"/>
              <a:gd name="connsiteY1" fmla="*/ 0 h 6858000"/>
              <a:gd name="connsiteX2" fmla="*/ 2259497 w 9117496"/>
              <a:gd name="connsiteY2" fmla="*/ 6858000 h 6858000"/>
              <a:gd name="connsiteX3" fmla="*/ 0 w 9117496"/>
              <a:gd name="connsiteY3" fmla="*/ 6858000 h 6858000"/>
              <a:gd name="connsiteX4" fmla="*/ 0 w 9117496"/>
              <a:gd name="connsiteY4" fmla="*/ 32335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7496" h="6858000">
                <a:moveTo>
                  <a:pt x="3233532" y="0"/>
                </a:moveTo>
                <a:lnTo>
                  <a:pt x="9117496" y="0"/>
                </a:lnTo>
                <a:lnTo>
                  <a:pt x="2259497" y="6858000"/>
                </a:lnTo>
                <a:lnTo>
                  <a:pt x="0" y="6858000"/>
                </a:lnTo>
                <a:lnTo>
                  <a:pt x="0" y="3233532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979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187147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ECFFA419-CA1C-4A68-97B9-11D93CE57B0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931605" y="-1"/>
            <a:ext cx="8544241" cy="1005199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638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Drag your picture here</a:t>
            </a:r>
          </a:p>
        </p:txBody>
      </p:sp>
      <p:sp>
        <p:nvSpPr>
          <p:cNvPr id="12" name="Marcador de texto 7">
            <a:extLst>
              <a:ext uri="{FF2B5EF4-FFF2-40B4-BE49-F238E27FC236}">
                <a16:creationId xmlns:a16="http://schemas.microsoft.com/office/drawing/2014/main" id="{2D5B58E1-62A2-424E-9B28-6948196DAE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808" y="5277697"/>
            <a:ext cx="10052050" cy="2638848"/>
          </a:xfrm>
          <a:prstGeom prst="rect">
            <a:avLst/>
          </a:prstGeom>
          <a:noFill/>
        </p:spPr>
        <p:txBody>
          <a:bodyPr vert="horz" wrap="none" lIns="0" tIns="0" rIns="0" bIns="0" anchor="t" anchorCtr="0">
            <a:noAutofit/>
          </a:bodyPr>
          <a:lstStyle>
            <a:lvl1pPr marL="0" indent="0" algn="l">
              <a:buNone/>
              <a:defRPr sz="9894" b="0" i="0" baseline="0">
                <a:solidFill>
                  <a:schemeClr val="accent3"/>
                </a:solidFill>
                <a:latin typeface="Bebas Neue" panose="020B0606020202050201" pitchFamily="34" charset="0"/>
                <a:ea typeface="Bebas Neue" panose="020B0606020202050201" pitchFamily="34" charset="0"/>
                <a:cs typeface="Bebas Neue" panose="020B0606020202050201" pitchFamily="34" charset="0"/>
              </a:defRPr>
            </a:lvl1pPr>
          </a:lstStyle>
          <a:p>
            <a:pPr lvl="0"/>
            <a:r>
              <a:rPr lang="en-US" noProof="0"/>
              <a:t>BRAND STRATEGY</a:t>
            </a:r>
          </a:p>
          <a:p>
            <a:pPr lvl="0"/>
            <a:r>
              <a:rPr lang="en-US" noProof="0"/>
              <a:t>&amp; DIRECTION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E12BEE4E-14C7-483F-A227-EFF6238CBD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808" y="8972845"/>
            <a:ext cx="3015615" cy="501876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638" b="0" i="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noProof="0"/>
              <a:t>Title Sample here</a:t>
            </a:r>
          </a:p>
        </p:txBody>
      </p:sp>
      <p:sp>
        <p:nvSpPr>
          <p:cNvPr id="14" name="Marcador de texto 7">
            <a:extLst>
              <a:ext uri="{FF2B5EF4-FFF2-40B4-BE49-F238E27FC236}">
                <a16:creationId xmlns:a16="http://schemas.microsoft.com/office/drawing/2014/main" id="{19DA4ADC-CCA8-46DA-AB26-4D95516903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26993" y="8973225"/>
            <a:ext cx="3015615" cy="501876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638" b="0" i="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noProof="0"/>
              <a:t>Title Sample here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63982C3C-DB76-48E9-8BA1-46E4589EF16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07808" y="10178796"/>
            <a:ext cx="3015615" cy="501876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638" b="0" i="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noProof="0"/>
              <a:t>Title Sample here</a:t>
            </a:r>
          </a:p>
        </p:txBody>
      </p:sp>
      <p:sp>
        <p:nvSpPr>
          <p:cNvPr id="19" name="Marcador de texto 7">
            <a:extLst>
              <a:ext uri="{FF2B5EF4-FFF2-40B4-BE49-F238E27FC236}">
                <a16:creationId xmlns:a16="http://schemas.microsoft.com/office/drawing/2014/main" id="{8B0537E1-FBD0-46AC-89FA-100642572E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26993" y="10179177"/>
            <a:ext cx="3015615" cy="501876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638" b="0" i="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noProof="0"/>
              <a:t>Title Sample here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7502247C-C37B-4A31-ABAA-EA1D3B4652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413605" y="688838"/>
            <a:ext cx="3015615" cy="501876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638" b="0" i="1" baseline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noProof="0"/>
              <a:t>Title Sample here</a:t>
            </a:r>
          </a:p>
        </p:txBody>
      </p:sp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428A58CC-3AFA-4DB3-B1F9-40CDE98E6A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87362" y="1522505"/>
            <a:ext cx="5928642" cy="1351665"/>
          </a:xfrm>
          <a:prstGeom prst="rect">
            <a:avLst/>
          </a:prstGeom>
          <a:noFill/>
        </p:spPr>
        <p:txBody>
          <a:bodyPr vert="horz" wrap="square" lIns="0" tIns="0" rIns="0" bIns="0" numCol="1" spcCol="18288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2309" b="0" i="0" baseline="0">
                <a:solidFill>
                  <a:schemeClr val="bg1">
                    <a:lumMod val="65000"/>
                  </a:schemeClr>
                </a:solidFill>
                <a:latin typeface="+mn-lt"/>
                <a:ea typeface="Lato" charset="0"/>
                <a:cs typeface="Lato" charset="0"/>
              </a:defRPr>
            </a:lvl1pPr>
          </a:lstStyle>
          <a:p>
            <a:r>
              <a:rPr lang="en-US" noProof="0"/>
              <a:t>Donec nisi nibh, dignissim mollis egestas non, egestas ac orci. Suspendisse. </a:t>
            </a:r>
          </a:p>
        </p:txBody>
      </p:sp>
    </p:spTree>
    <p:extLst>
      <p:ext uri="{BB962C8B-B14F-4D97-AF65-F5344CB8AC3E}">
        <p14:creationId xmlns:p14="http://schemas.microsoft.com/office/powerpoint/2010/main" val="114881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6D99-A489-F119-BD0B-B1C6E7C3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AA40-13E3-BC06-4350-50E848C64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AF51-84FD-3B51-53C3-E9A0130F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56E5F-14FB-411A-85C0-639CD33A1A90}" type="datetimeFigureOut">
              <a:rPr lang="en-ZA" smtClean="0"/>
              <a:t>2024/12/13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C9F37-163F-C7FA-9C46-8520B5BA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BCDEF-D49D-5C39-4090-ED039588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B5B3-760B-40A5-A96F-34E5AC6A847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9172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67DF-6897-125F-6C69-5B9FA125D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0991A-24EA-47E2-5962-4F6D00DFE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F99A7-BD08-FFEA-A312-8F90311D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3A23A-FC0A-E6B8-440F-A3E657D5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42BF9-348B-41CE-3636-D989C8C1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14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813C-20DB-58E7-D240-FF768612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2005-0EB3-7A28-94FE-37E622E8F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3009900"/>
            <a:ext cx="17338675" cy="71770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2F5B9-D719-A963-0915-ABA7A208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F4C03-5DEF-3524-0B39-44789833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A655A-3ECF-F831-78BF-810D7539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79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A86F-E6FD-AA0B-34AE-0929F95A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19400"/>
            <a:ext cx="17340263" cy="47037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522B8-9E8F-2F04-290B-C0205946F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7567613"/>
            <a:ext cx="17340263" cy="2474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22F9-023E-4CF4-76B3-70233BF1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B9E21-25A8-6006-DE9E-47E08F59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4FF3E-9F5F-DAB1-A78A-7CEAEC8B5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31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D9C6-BC8B-B09B-17E1-22C2383E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7ED19-1441-FDEC-F473-C2AF210A7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009900"/>
            <a:ext cx="8593137" cy="71770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04270-8CAB-064E-E2D9-07D811DB2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3009900"/>
            <a:ext cx="8593138" cy="71770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7DDAA-2674-7B44-84C3-806D9B055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78A02-B7AA-BD35-5FBC-09F9AC3A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D308C-7B0F-065C-591F-DF42EC70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249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14BC-FE9D-7434-F846-B9B66D97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21859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8FA9F-4911-7ADA-A7F9-6BF6FD47C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771775"/>
            <a:ext cx="8505825" cy="13589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565CE-CA5D-171F-B75E-5EE260391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4130675"/>
            <a:ext cx="8505825" cy="6076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62DF0-AC67-9F1F-E1C0-7CBE64715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771775"/>
            <a:ext cx="8547100" cy="13589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A4CEC-B263-3EF8-3F71-9761CA598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4130675"/>
            <a:ext cx="8547100" cy="6076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B93F5-7572-1809-56EC-D178FD63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88F2EA-2585-6ABD-74E1-B0E35829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60231-134F-ADC3-E76D-261EB4E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52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9AEF-A0CE-B056-CD71-0B59521D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2C915-4EE3-048E-4757-B696F577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85518-44CB-4788-DF4A-E4DB1130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36839-46C9-CF29-2F09-19C35F22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37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FA8A4-4902-1164-4634-7642C281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9DA1C-750C-6B43-9682-CDE1B2B6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1DF2A-4035-88B3-B208-8D0A7BB7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66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65D3-C7DE-030C-6E86-FD801FD3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6484938" cy="26384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1DA6-D5BD-849C-13A7-304DF0D57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100" y="1628775"/>
            <a:ext cx="10177463" cy="80359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C4554-373D-460D-E43E-5FA258917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300" y="3392488"/>
            <a:ext cx="6484938" cy="6286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E3C27-51B6-4AFF-DF58-3DE737B7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479B5-1721-F142-981F-42706FC1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8EF17-EFC9-3D45-58C0-D8EB2517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661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9345-CCE2-D17C-57CD-94B2C260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6484938" cy="26384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9894D-5DA5-207B-4489-3274E504D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547100" y="1628775"/>
            <a:ext cx="10177463" cy="8035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DB306-78AD-BD2D-92F7-E1532F62C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300" y="3392488"/>
            <a:ext cx="6484938" cy="6286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69CA-67B3-E80A-757A-9534CF0F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F78AE-2361-5965-6F68-4E9B85B9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C1FA0-3278-1E22-CA8D-7CA7378E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39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7E11-8779-269B-65A7-6CFC53CD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3"/>
            <a:ext cx="17338675" cy="21859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85E12-7BEE-B392-CD15-C6CC88539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713" y="3009900"/>
            <a:ext cx="17338675" cy="71770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0116E-5370-DA66-D0AB-CD21D274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EC17-00EB-F653-E752-A2385E32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22F5B-D8FA-5DC0-5745-C958DFC0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56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720A9-4914-0481-9836-E60BABB66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387513" y="601663"/>
            <a:ext cx="4333875" cy="95853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0F7C3-1D51-49DD-10E6-11BFA0796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713" y="601663"/>
            <a:ext cx="12852400" cy="9585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18C59-51D8-186D-03A2-42266A01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713" y="10482263"/>
            <a:ext cx="4522787" cy="601662"/>
          </a:xfrm>
          <a:prstGeom prst="rect">
            <a:avLst/>
          </a:prstGeom>
        </p:spPr>
        <p:txBody>
          <a:bodyPr/>
          <a:lstStyle/>
          <a:p>
            <a:fld id="{17DB8D9C-1AFE-6B4E-B88D-E6D68DC742C7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DB3C-4D43-8CEC-13BE-58DA94C0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9563" y="10482263"/>
            <a:ext cx="6784975" cy="60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12884-2F08-7694-7F28-0723A136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/>
          <a:lstStyle/>
          <a:p>
            <a:fld id="{BF99FA4B-3CD7-2D4F-A43C-5A7117DD3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4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C60735-223D-253F-1A7A-0437CEA64D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32" r="339"/>
          <a:stretch/>
        </p:blipFill>
        <p:spPr>
          <a:xfrm>
            <a:off x="0" y="0"/>
            <a:ext cx="20104100" cy="210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35" r:id="rId12"/>
    <p:sldLayoutId id="2147483752" r:id="rId13"/>
    <p:sldLayoutId id="2147483753" r:id="rId14"/>
    <p:sldLayoutId id="2147483754" r:id="rId15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2" indent="0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None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7015D51E-0D5A-A708-C4BE-8ED90312525F}"/>
              </a:ext>
            </a:extLst>
          </p:cNvPr>
          <p:cNvSpPr txBox="1">
            <a:spLocks/>
          </p:cNvSpPr>
          <p:nvPr userDrawn="1"/>
        </p:nvSpPr>
        <p:spPr>
          <a:xfrm>
            <a:off x="4400553" y="2"/>
            <a:ext cx="13573620" cy="9623566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9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Drag and Drop image</a:t>
            </a:r>
          </a:p>
        </p:txBody>
      </p:sp>
      <p:sp>
        <p:nvSpPr>
          <p:cNvPr id="8" name="Picture Placeholder 20">
            <a:extLst>
              <a:ext uri="{FF2B5EF4-FFF2-40B4-BE49-F238E27FC236}">
                <a16:creationId xmlns:a16="http://schemas.microsoft.com/office/drawing/2014/main" id="{BC88349E-3A3A-2B00-061D-A4EA82AAAD77}"/>
              </a:ext>
            </a:extLst>
          </p:cNvPr>
          <p:cNvSpPr txBox="1">
            <a:spLocks/>
          </p:cNvSpPr>
          <p:nvPr userDrawn="1"/>
        </p:nvSpPr>
        <p:spPr>
          <a:xfrm>
            <a:off x="13475483" y="1"/>
            <a:ext cx="6628620" cy="6699979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9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Drag and Drop image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DA0E6998-7E7F-37D4-8CE5-93BFCEBA1B8F}"/>
              </a:ext>
            </a:extLst>
          </p:cNvPr>
          <p:cNvSpPr txBox="1">
            <a:spLocks/>
          </p:cNvSpPr>
          <p:nvPr userDrawn="1"/>
        </p:nvSpPr>
        <p:spPr>
          <a:xfrm>
            <a:off x="14597141" y="6227910"/>
            <a:ext cx="5506962" cy="5081442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9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169635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3D_EB3385A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34_7E6C721F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36_68659B3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38_F3FE053C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9AB5A7-D0C2-0247-0A03-9C9E5205E3E2}"/>
              </a:ext>
            </a:extLst>
          </p:cNvPr>
          <p:cNvSpPr txBox="1"/>
          <p:nvPr/>
        </p:nvSpPr>
        <p:spPr>
          <a:xfrm>
            <a:off x="10422856" y="4864330"/>
            <a:ext cx="9223029" cy="835165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algn="r">
              <a:lnSpc>
                <a:spcPts val="5680"/>
              </a:lnSpc>
            </a:pPr>
            <a:r>
              <a:rPr lang="en-US" sz="6600">
                <a:solidFill>
                  <a:srgbClr val="2E6498"/>
                </a:solidFill>
                <a:latin typeface="Franklin Gothic Medium"/>
                <a:ea typeface="Montserrat" charset="0"/>
                <a:cs typeface="Montserrat" charset="0"/>
              </a:rPr>
              <a:t>M&amp;E Technical Session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F90C1C-E5EA-86AA-7491-20C961B27D61}"/>
              </a:ext>
            </a:extLst>
          </p:cNvPr>
          <p:cNvCxnSpPr>
            <a:cxnSpLocks/>
          </p:cNvCxnSpPr>
          <p:nvPr/>
        </p:nvCxnSpPr>
        <p:spPr>
          <a:xfrm>
            <a:off x="16102329" y="6645275"/>
            <a:ext cx="3543556" cy="0"/>
          </a:xfrm>
          <a:prstGeom prst="line">
            <a:avLst/>
          </a:prstGeom>
          <a:ln w="12700">
            <a:solidFill>
              <a:srgbClr val="2E6498">
                <a:alpha val="7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26FC433-EDE0-AC4F-03B1-5865F7248025}"/>
              </a:ext>
            </a:extLst>
          </p:cNvPr>
          <p:cNvSpPr txBox="1"/>
          <p:nvPr/>
        </p:nvSpPr>
        <p:spPr>
          <a:xfrm>
            <a:off x="14121832" y="7139411"/>
            <a:ext cx="5543103" cy="4396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800">
                <a:solidFill>
                  <a:srgbClr val="4AA046"/>
                </a:solidFill>
                <a:latin typeface="Montserrat" charset="0"/>
                <a:ea typeface="Montserrat" charset="0"/>
                <a:cs typeface="Montserrat" charset="0"/>
              </a:rPr>
              <a:t>December 2024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9C921B-44C1-3948-CE0D-C3AAADE1EE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714" y="9659960"/>
            <a:ext cx="5054136" cy="1349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673F5F-6F3F-C817-37F2-8F38EF33B3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477" y="9415409"/>
            <a:ext cx="2971800" cy="16295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F795B9-C255-C3F9-16FC-09A914DA2A82}"/>
              </a:ext>
            </a:extLst>
          </p:cNvPr>
          <p:cNvCxnSpPr>
            <a:cxnSpLocks/>
          </p:cNvCxnSpPr>
          <p:nvPr/>
        </p:nvCxnSpPr>
        <p:spPr>
          <a:xfrm>
            <a:off x="14121832" y="9152629"/>
            <a:ext cx="0" cy="2155095"/>
          </a:xfrm>
          <a:prstGeom prst="line">
            <a:avLst/>
          </a:prstGeom>
          <a:ln w="12700">
            <a:solidFill>
              <a:srgbClr val="2E6498">
                <a:alpha val="7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84C4591-9E4E-6FE0-90A4-8424E020C810}"/>
              </a:ext>
            </a:extLst>
          </p:cNvPr>
          <p:cNvSpPr/>
          <p:nvPr/>
        </p:nvSpPr>
        <p:spPr>
          <a:xfrm>
            <a:off x="0" y="0"/>
            <a:ext cx="20104100" cy="2149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5C7BB3B-8DD8-1CE8-609B-A635D877C17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7" t="7785" b="1883"/>
          <a:stretch/>
        </p:blipFill>
        <p:spPr>
          <a:xfrm>
            <a:off x="71695" y="0"/>
            <a:ext cx="15034371" cy="1130935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A4F551-C43B-7886-37FB-1B2CE672024A}"/>
              </a:ext>
            </a:extLst>
          </p:cNvPr>
          <p:cNvSpPr/>
          <p:nvPr/>
        </p:nvSpPr>
        <p:spPr>
          <a:xfrm>
            <a:off x="13837277" y="8931275"/>
            <a:ext cx="5968373" cy="23764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21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750" y="2465672"/>
            <a:ext cx="17339786" cy="7175679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Who is in the room? (In the chat)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B4639E2-B2DC-AC4A-2065-5DC1AD6AE2F5}"/>
              </a:ext>
            </a:extLst>
          </p:cNvPr>
          <p:cNvSpPr txBox="1">
            <a:spLocks/>
          </p:cNvSpPr>
          <p:nvPr/>
        </p:nvSpPr>
        <p:spPr>
          <a:xfrm>
            <a:off x="755651" y="730934"/>
            <a:ext cx="7010400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Welcome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CE3BD5F-A098-C3E9-96B2-DF9EE10F4B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414824"/>
              </p:ext>
            </p:extLst>
          </p:nvPr>
        </p:nvGraphicFramePr>
        <p:xfrm>
          <a:off x="1954359" y="3732816"/>
          <a:ext cx="16154400" cy="6142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0E79F64-7E50-71C3-FB54-0BF0901ADF75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916602-1987-2358-AF20-AA5B6F29B03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3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55651" y="730934"/>
            <a:ext cx="7010400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Agenda</a:t>
            </a:r>
            <a:endParaRPr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47E8434-5598-C348-D932-AAAE03E83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626380"/>
              </p:ext>
            </p:extLst>
          </p:nvPr>
        </p:nvGraphicFramePr>
        <p:xfrm>
          <a:off x="758211" y="2453280"/>
          <a:ext cx="15621000" cy="823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607947-8E63-FB22-29DC-41394377E30F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FDE94-D9C3-09DE-5E2E-C8A7EE61719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6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FD9EE-9DEB-EF4E-94F9-0686C7D2AA31}"/>
              </a:ext>
            </a:extLst>
          </p:cNvPr>
          <p:cNvSpPr txBox="1"/>
          <p:nvPr/>
        </p:nvSpPr>
        <p:spPr>
          <a:xfrm>
            <a:off x="385345" y="656990"/>
            <a:ext cx="12324451" cy="829361"/>
          </a:xfrm>
          <a:prstGeom prst="rect">
            <a:avLst/>
          </a:prstGeom>
          <a:noFill/>
        </p:spPr>
        <p:txBody>
          <a:bodyPr wrap="square" lIns="150781" tIns="75390" rIns="150781" bIns="75390" rtlCol="0" anchor="t">
            <a:spAutoFit/>
          </a:bodyPr>
          <a:lstStyle/>
          <a:p>
            <a:r>
              <a:rPr lang="en-US" sz="4400" b="1">
                <a:solidFill>
                  <a:srgbClr val="2E6498"/>
                </a:solidFill>
                <a:latin typeface="Franklin Gothic Medium" panose="020B0603020102020204" pitchFamily="34" charset="0"/>
              </a:rPr>
              <a:t>Data Collection Calendar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DFE5A1-2E7D-DC89-AA88-1CA66A4597CB}"/>
              </a:ext>
            </a:extLst>
          </p:cNvPr>
          <p:cNvSpPr txBox="1"/>
          <p:nvPr/>
        </p:nvSpPr>
        <p:spPr>
          <a:xfrm>
            <a:off x="3534571" y="2858589"/>
            <a:ext cx="3090380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38" b="1">
                <a:solidFill>
                  <a:schemeClr val="bg1"/>
                </a:solidFill>
              </a:rPr>
              <a:t>November 2024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B774EB7-4493-810A-C5BA-6C2B89E322FF}"/>
              </a:ext>
            </a:extLst>
          </p:cNvPr>
          <p:cNvSpPr/>
          <p:nvPr/>
        </p:nvSpPr>
        <p:spPr>
          <a:xfrm>
            <a:off x="1081965" y="3976998"/>
            <a:ext cx="3086881" cy="7010993"/>
          </a:xfrm>
          <a:prstGeom prst="rect">
            <a:avLst/>
          </a:prstGeom>
          <a:solidFill>
            <a:srgbClr val="2E6498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195E7C3-CD11-0750-17E7-7E8CD6F2B4FE}"/>
              </a:ext>
            </a:extLst>
          </p:cNvPr>
          <p:cNvSpPr/>
          <p:nvPr/>
        </p:nvSpPr>
        <p:spPr>
          <a:xfrm>
            <a:off x="984248" y="2602785"/>
            <a:ext cx="3101701" cy="1122299"/>
          </a:xfrm>
          <a:prstGeom prst="roundRect">
            <a:avLst/>
          </a:prstGeom>
          <a:solidFill>
            <a:srgbClr val="2E6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3B4ACA-F28A-B216-9ADA-20545BAD558F}"/>
              </a:ext>
            </a:extLst>
          </p:cNvPr>
          <p:cNvSpPr txBox="1"/>
          <p:nvPr/>
        </p:nvSpPr>
        <p:spPr>
          <a:xfrm>
            <a:off x="909748" y="2854698"/>
            <a:ext cx="309038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December</a:t>
            </a:r>
            <a:r>
              <a:rPr lang="en-US" sz="2600" b="1">
                <a:solidFill>
                  <a:schemeClr val="bg1"/>
                </a:solidFill>
              </a:rPr>
              <a:t> </a:t>
            </a:r>
            <a:r>
              <a:rPr lang="en-US" sz="3200" b="1">
                <a:solidFill>
                  <a:schemeClr val="bg1"/>
                </a:solidFill>
              </a:rPr>
              <a:t>2024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4C3017-30DB-FF8C-015A-8AD778365ED8}"/>
              </a:ext>
            </a:extLst>
          </p:cNvPr>
          <p:cNvSpPr txBox="1"/>
          <p:nvPr/>
        </p:nvSpPr>
        <p:spPr>
          <a:xfrm>
            <a:off x="1385351" y="4179798"/>
            <a:ext cx="27005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M&amp;E technical session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endParaRPr lang="en-US" sz="2800"/>
          </a:p>
          <a:p>
            <a:pPr marL="457200" indent="-4572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You will receive Q4 report template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9FC155-4446-620C-49D6-558D8E1FE7DF}"/>
              </a:ext>
            </a:extLst>
          </p:cNvPr>
          <p:cNvSpPr/>
          <p:nvPr/>
        </p:nvSpPr>
        <p:spPr>
          <a:xfrm>
            <a:off x="4502607" y="3996877"/>
            <a:ext cx="3101701" cy="7010993"/>
          </a:xfrm>
          <a:prstGeom prst="rect">
            <a:avLst/>
          </a:prstGeom>
          <a:solidFill>
            <a:srgbClr val="009CA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4BEB06-7A71-A1AD-40DF-42A9E1EA630D}"/>
              </a:ext>
            </a:extLst>
          </p:cNvPr>
          <p:cNvSpPr txBox="1"/>
          <p:nvPr/>
        </p:nvSpPr>
        <p:spPr>
          <a:xfrm>
            <a:off x="10170702" y="2858589"/>
            <a:ext cx="3090380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38" b="1">
                <a:solidFill>
                  <a:schemeClr val="bg1"/>
                </a:solidFill>
              </a:rPr>
              <a:t>January 2025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ADA0AD-C2E2-EF0A-30BE-C53418440075}"/>
              </a:ext>
            </a:extLst>
          </p:cNvPr>
          <p:cNvSpPr txBox="1"/>
          <p:nvPr/>
        </p:nvSpPr>
        <p:spPr>
          <a:xfrm>
            <a:off x="4815551" y="4247755"/>
            <a:ext cx="27005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Q4 report opens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M&amp;E office hours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2AEE3D1-16CE-D659-CB06-79A3A1D7475D}"/>
              </a:ext>
            </a:extLst>
          </p:cNvPr>
          <p:cNvSpPr/>
          <p:nvPr/>
        </p:nvSpPr>
        <p:spPr>
          <a:xfrm>
            <a:off x="8030131" y="3976997"/>
            <a:ext cx="3090379" cy="7010993"/>
          </a:xfrm>
          <a:prstGeom prst="rect">
            <a:avLst/>
          </a:prstGeom>
          <a:solidFill>
            <a:srgbClr val="2E6498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22869E8-9E45-0EBE-B76E-800C55A9422F}"/>
              </a:ext>
            </a:extLst>
          </p:cNvPr>
          <p:cNvSpPr/>
          <p:nvPr/>
        </p:nvSpPr>
        <p:spPr>
          <a:xfrm>
            <a:off x="8040948" y="2542688"/>
            <a:ext cx="3101701" cy="1122299"/>
          </a:xfrm>
          <a:prstGeom prst="roundRect">
            <a:avLst/>
          </a:prstGeom>
          <a:solidFill>
            <a:srgbClr val="2E6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BB3FA6-B9DA-37B4-BD98-8E2A05946BCA}"/>
              </a:ext>
            </a:extLst>
          </p:cNvPr>
          <p:cNvSpPr txBox="1"/>
          <p:nvPr/>
        </p:nvSpPr>
        <p:spPr>
          <a:xfrm>
            <a:off x="8036705" y="2907747"/>
            <a:ext cx="3090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February 2025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381676-BFDE-963C-DA39-7B2FCB940632}"/>
              </a:ext>
            </a:extLst>
          </p:cNvPr>
          <p:cNvSpPr txBox="1"/>
          <p:nvPr/>
        </p:nvSpPr>
        <p:spPr>
          <a:xfrm>
            <a:off x="8265851" y="4261233"/>
            <a:ext cx="2700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Q4 report review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343739-A892-D497-A61D-F813C7433A9C}"/>
              </a:ext>
            </a:extLst>
          </p:cNvPr>
          <p:cNvSpPr/>
          <p:nvPr/>
        </p:nvSpPr>
        <p:spPr>
          <a:xfrm>
            <a:off x="11554463" y="3996877"/>
            <a:ext cx="3090379" cy="7010993"/>
          </a:xfrm>
          <a:prstGeom prst="rect">
            <a:avLst/>
          </a:prstGeom>
          <a:solidFill>
            <a:srgbClr val="009CA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B81C787-3517-D49C-B299-E5C3AC368E4F}"/>
              </a:ext>
            </a:extLst>
          </p:cNvPr>
          <p:cNvSpPr/>
          <p:nvPr/>
        </p:nvSpPr>
        <p:spPr>
          <a:xfrm>
            <a:off x="11543141" y="2562567"/>
            <a:ext cx="3101701" cy="1122299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5BBFD6-A6BF-EEC9-6CE6-4A27DA86578D}"/>
              </a:ext>
            </a:extLst>
          </p:cNvPr>
          <p:cNvSpPr txBox="1"/>
          <p:nvPr/>
        </p:nvSpPr>
        <p:spPr>
          <a:xfrm>
            <a:off x="11379830" y="2835913"/>
            <a:ext cx="3090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March 2025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CD2C72-D83A-5504-5E26-3DA2C678DCED}"/>
              </a:ext>
            </a:extLst>
          </p:cNvPr>
          <p:cNvSpPr txBox="1"/>
          <p:nvPr/>
        </p:nvSpPr>
        <p:spPr>
          <a:xfrm>
            <a:off x="11715892" y="4279549"/>
            <a:ext cx="270059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Q4 report back (Monthly Meeting)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M&amp;E technical session 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You will receive Q1-2025 report template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BCCA61-63A9-885B-AFC5-6001314583D2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87896-46F7-3745-329C-642BCC87A8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6" name="Rounded Rectangle 58">
            <a:extLst>
              <a:ext uri="{FF2B5EF4-FFF2-40B4-BE49-F238E27FC236}">
                <a16:creationId xmlns:a16="http://schemas.microsoft.com/office/drawing/2014/main" id="{48FC6FBD-E52E-B6C7-722B-90C2FA39D991}"/>
              </a:ext>
            </a:extLst>
          </p:cNvPr>
          <p:cNvSpPr/>
          <p:nvPr/>
        </p:nvSpPr>
        <p:spPr>
          <a:xfrm>
            <a:off x="4512598" y="2578147"/>
            <a:ext cx="3101701" cy="1122299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F4389-C8F0-44BC-A8B0-68B08E4889E5}"/>
              </a:ext>
            </a:extLst>
          </p:cNvPr>
          <p:cNvSpPr txBox="1"/>
          <p:nvPr/>
        </p:nvSpPr>
        <p:spPr>
          <a:xfrm>
            <a:off x="4202414" y="2874578"/>
            <a:ext cx="3090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January 2025</a:t>
            </a:r>
          </a:p>
        </p:txBody>
      </p:sp>
      <p:sp>
        <p:nvSpPr>
          <p:cNvPr id="8" name="Rounded Rectangle 53">
            <a:extLst>
              <a:ext uri="{FF2B5EF4-FFF2-40B4-BE49-F238E27FC236}">
                <a16:creationId xmlns:a16="http://schemas.microsoft.com/office/drawing/2014/main" id="{7BB017E0-A326-B52C-529C-6D954AED1F81}"/>
              </a:ext>
            </a:extLst>
          </p:cNvPr>
          <p:cNvSpPr/>
          <p:nvPr/>
        </p:nvSpPr>
        <p:spPr>
          <a:xfrm>
            <a:off x="15018678" y="2602785"/>
            <a:ext cx="3101701" cy="1122299"/>
          </a:xfrm>
          <a:prstGeom prst="roundRect">
            <a:avLst/>
          </a:prstGeom>
          <a:solidFill>
            <a:srgbClr val="2E6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EF554-07EA-7ABE-F57C-D3E4D68792D2}"/>
              </a:ext>
            </a:extLst>
          </p:cNvPr>
          <p:cNvSpPr/>
          <p:nvPr/>
        </p:nvSpPr>
        <p:spPr>
          <a:xfrm>
            <a:off x="14981795" y="4078770"/>
            <a:ext cx="3086881" cy="7010993"/>
          </a:xfrm>
          <a:prstGeom prst="rect">
            <a:avLst/>
          </a:prstGeom>
          <a:solidFill>
            <a:srgbClr val="2E6498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3FB49-13E3-1D79-6A79-C544188110DB}"/>
              </a:ext>
            </a:extLst>
          </p:cNvPr>
          <p:cNvSpPr txBox="1"/>
          <p:nvPr/>
        </p:nvSpPr>
        <p:spPr>
          <a:xfrm>
            <a:off x="14981795" y="2821499"/>
            <a:ext cx="3090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April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0F885-01E0-68AD-2961-D9D48A834C36}"/>
              </a:ext>
            </a:extLst>
          </p:cNvPr>
          <p:cNvSpPr txBox="1"/>
          <p:nvPr/>
        </p:nvSpPr>
        <p:spPr>
          <a:xfrm>
            <a:off x="15027157" y="4384120"/>
            <a:ext cx="27005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Q1 report opens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800"/>
              <a:t>M&amp;E office hours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84B6B-0974-D218-32F9-16A971AB3926}"/>
              </a:ext>
            </a:extLst>
          </p:cNvPr>
          <p:cNvSpPr/>
          <p:nvPr/>
        </p:nvSpPr>
        <p:spPr>
          <a:xfrm>
            <a:off x="1342707" y="4179798"/>
            <a:ext cx="2458516" cy="1375126"/>
          </a:xfrm>
          <a:prstGeom prst="rect">
            <a:avLst/>
          </a:prstGeom>
          <a:noFill/>
          <a:ln w="28575">
            <a:solidFill>
              <a:srgbClr val="2E64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8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A83AC51-1B62-653D-6B9D-92888A9251CE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8109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</a:t>
            </a:r>
            <a:r>
              <a:rPr lang="en-US" sz="4400" b="1">
                <a:solidFill>
                  <a:srgbClr val="2E6498"/>
                </a:solidFill>
                <a:latin typeface="Franklin Gothic Medium"/>
              </a:rPr>
              <a:t> </a:t>
            </a:r>
            <a:endParaRPr lang="en-US" sz="4400" b="1" spc="20">
              <a:solidFill>
                <a:srgbClr val="2E6498"/>
              </a:solidFill>
              <a:latin typeface="Franklin Gothic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31882-3834-17EC-1BD6-1EF6CEA97A6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6D0CD0-F5CA-814C-1028-547FFFC589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F68CFE-3678-A461-05DB-3926A951DBC6}"/>
              </a:ext>
            </a:extLst>
          </p:cNvPr>
          <p:cNvSpPr txBox="1"/>
          <p:nvPr/>
        </p:nvSpPr>
        <p:spPr>
          <a:xfrm>
            <a:off x="1052644" y="3079958"/>
            <a:ext cx="16668859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4400">
                <a:cs typeface="Calibri"/>
              </a:rPr>
              <a:t>Training indicators</a:t>
            </a:r>
          </a:p>
          <a:p>
            <a:endParaRPr lang="en-US" sz="4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400">
                <a:cs typeface="Calibri"/>
              </a:rPr>
              <a:t>Stockout indicators</a:t>
            </a:r>
          </a:p>
          <a:p>
            <a:endParaRPr lang="en-US" sz="4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400">
                <a:cs typeface="Calibri"/>
              </a:rPr>
              <a:t>Clinical indicators</a:t>
            </a:r>
          </a:p>
          <a:p>
            <a:pPr marL="285750" indent="-285750">
              <a:buFont typeface="Arial"/>
              <a:buChar char="•"/>
            </a:pPr>
            <a:endParaRPr lang="en-US" sz="4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400">
                <a:cs typeface="Calibri"/>
              </a:rPr>
              <a:t>Narrative section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14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753745" lvl="1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753745" lvl="1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1130300" lvl="1" indent="-376555"/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200" b="1">
              <a:latin typeface="Times New Roman"/>
              <a:ea typeface="Calibri" panose="020F0502020204030204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Training Indicators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pic>
        <p:nvPicPr>
          <p:cNvPr id="6" name="Picture 5" descr="A screenshot of a medical report&#10;&#10;Description automatically generated">
            <a:extLst>
              <a:ext uri="{FF2B5EF4-FFF2-40B4-BE49-F238E27FC236}">
                <a16:creationId xmlns:a16="http://schemas.microsoft.com/office/drawing/2014/main" id="{39C0F1BE-CFE6-9652-F47D-52CFE2598E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97" t="-1002" r="25192" b="-201"/>
          <a:stretch/>
        </p:blipFill>
        <p:spPr>
          <a:xfrm>
            <a:off x="5122141" y="2221478"/>
            <a:ext cx="9854489" cy="896851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9BD10E3-C3C1-9C26-1E47-F347D7AA881F}"/>
              </a:ext>
            </a:extLst>
          </p:cNvPr>
          <p:cNvSpPr/>
          <p:nvPr/>
        </p:nvSpPr>
        <p:spPr>
          <a:xfrm>
            <a:off x="4016597" y="6032736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20513B2-B260-4C4F-34BC-CFB06101B298}"/>
              </a:ext>
            </a:extLst>
          </p:cNvPr>
          <p:cNvSpPr/>
          <p:nvPr/>
        </p:nvSpPr>
        <p:spPr>
          <a:xfrm>
            <a:off x="4015568" y="6703308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52E972-E9C8-0798-191E-13D753C9E674}"/>
              </a:ext>
            </a:extLst>
          </p:cNvPr>
          <p:cNvSpPr/>
          <p:nvPr/>
        </p:nvSpPr>
        <p:spPr>
          <a:xfrm>
            <a:off x="4015482" y="5393352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751DA0D-B3E8-B941-188D-AF4F8F74DEA4}"/>
              </a:ext>
            </a:extLst>
          </p:cNvPr>
          <p:cNvSpPr/>
          <p:nvPr/>
        </p:nvSpPr>
        <p:spPr>
          <a:xfrm>
            <a:off x="4014220" y="10773530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59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3923" lvl="1" indent="0">
              <a:buNone/>
            </a:pPr>
            <a:endParaRPr lang="en-US"/>
          </a:p>
          <a:p>
            <a:pPr marL="753923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Training Indicators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70925D-D8B9-18E3-C822-27D1E438CE5C}"/>
              </a:ext>
            </a:extLst>
          </p:cNvPr>
          <p:cNvSpPr txBox="1"/>
          <p:nvPr/>
        </p:nvSpPr>
        <p:spPr>
          <a:xfrm>
            <a:off x="1386902" y="3011420"/>
            <a:ext cx="1490219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cs typeface="Calibri"/>
              </a:rPr>
              <a:t>For indicators PPF1, PPF1.1, PPF1.2, PPF1.3, PPF4 and PPF4.1, please disaggregate numbers by the following categories: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764B4C3-4D20-23C8-F388-2095DB689D40}"/>
              </a:ext>
            </a:extLst>
          </p:cNvPr>
          <p:cNvSpPr/>
          <p:nvPr/>
        </p:nvSpPr>
        <p:spPr>
          <a:xfrm>
            <a:off x="379745" y="6999608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box with black text&#10;&#10;Description automatically generated">
            <a:extLst>
              <a:ext uri="{FF2B5EF4-FFF2-40B4-BE49-F238E27FC236}">
                <a16:creationId xmlns:a16="http://schemas.microsoft.com/office/drawing/2014/main" id="{8EE5B23B-827E-8040-997E-3680E91C8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010" y="5264914"/>
            <a:ext cx="18206442" cy="40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223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3923" lvl="1" indent="0">
              <a:buNone/>
            </a:pPr>
            <a:endParaRPr lang="en-US"/>
          </a:p>
          <a:p>
            <a:pPr marL="753923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Stockout indicators</a:t>
            </a:r>
            <a:endParaRPr lang="en-US" sz="4400" b="1">
              <a:solidFill>
                <a:srgbClr val="2E6498"/>
              </a:solidFill>
              <a:latin typeface="Franklin Gothic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pic>
        <p:nvPicPr>
          <p:cNvPr id="7" name="Picture 6" descr="A screenshot of a medical form&#10;&#10;Description automatically generated">
            <a:extLst>
              <a:ext uri="{FF2B5EF4-FFF2-40B4-BE49-F238E27FC236}">
                <a16:creationId xmlns:a16="http://schemas.microsoft.com/office/drawing/2014/main" id="{1FAC0789-CD91-543D-6D0D-6F7940E74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210" y="2491276"/>
            <a:ext cx="16981572" cy="769703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3CF4816-836B-01EC-24CA-C1B25EC77856}"/>
              </a:ext>
            </a:extLst>
          </p:cNvPr>
          <p:cNvSpPr/>
          <p:nvPr/>
        </p:nvSpPr>
        <p:spPr>
          <a:xfrm>
            <a:off x="254910" y="2695464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E4E12C0-2788-FA55-324D-95382F1262FB}"/>
              </a:ext>
            </a:extLst>
          </p:cNvPr>
          <p:cNvSpPr/>
          <p:nvPr/>
        </p:nvSpPr>
        <p:spPr>
          <a:xfrm>
            <a:off x="254910" y="7435041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9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3923" lvl="1" indent="0">
              <a:buNone/>
            </a:pPr>
            <a:endParaRPr lang="en-US" dirty="0"/>
          </a:p>
          <a:p>
            <a:pPr marL="753923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Clinical reporting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F426259-486F-CF85-1EF3-C2B3A3E5EB81}"/>
              </a:ext>
            </a:extLst>
          </p:cNvPr>
          <p:cNvSpPr/>
          <p:nvPr/>
        </p:nvSpPr>
        <p:spPr>
          <a:xfrm>
            <a:off x="254910" y="3007359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and white rectangular object with text&#10;&#10;Description automatically generated">
            <a:extLst>
              <a:ext uri="{FF2B5EF4-FFF2-40B4-BE49-F238E27FC236}">
                <a16:creationId xmlns:a16="http://schemas.microsoft.com/office/drawing/2014/main" id="{E656EFE5-6742-0D0C-9BF3-7C8FC6C28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391" y="2572073"/>
            <a:ext cx="18221923" cy="2507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31D231-E4C4-0DFD-10A6-8B8FEAEBBBCA}"/>
              </a:ext>
            </a:extLst>
          </p:cNvPr>
          <p:cNvSpPr txBox="1"/>
          <p:nvPr/>
        </p:nvSpPr>
        <p:spPr>
          <a:xfrm>
            <a:off x="1401391" y="9893882"/>
            <a:ext cx="10219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Changing age surveillance from &lt;18 to &lt;30</a:t>
            </a:r>
          </a:p>
        </p:txBody>
      </p:sp>
    </p:spTree>
    <p:extLst>
      <p:ext uri="{BB962C8B-B14F-4D97-AF65-F5344CB8AC3E}">
        <p14:creationId xmlns:p14="http://schemas.microsoft.com/office/powerpoint/2010/main" val="255638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3923" lvl="1" indent="0">
              <a:buNone/>
            </a:pPr>
            <a:endParaRPr lang="en-US"/>
          </a:p>
          <a:p>
            <a:pPr marL="753923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Clinical reporting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pic>
        <p:nvPicPr>
          <p:cNvPr id="8" name="Picture 7" descr="A list of months with black text&#10;&#10;Description automatically generated">
            <a:extLst>
              <a:ext uri="{FF2B5EF4-FFF2-40B4-BE49-F238E27FC236}">
                <a16:creationId xmlns:a16="http://schemas.microsoft.com/office/drawing/2014/main" id="{D6366F84-E7EF-385C-D31D-85CF64ABA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767" y="3800332"/>
            <a:ext cx="17957354" cy="5422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CB8DF3-49BD-EC59-CDF5-CEF1CCED2108}"/>
              </a:ext>
            </a:extLst>
          </p:cNvPr>
          <p:cNvSpPr txBox="1"/>
          <p:nvPr/>
        </p:nvSpPr>
        <p:spPr>
          <a:xfrm>
            <a:off x="865134" y="2284627"/>
            <a:ext cx="1337512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cs typeface="Calibri"/>
              </a:rPr>
              <a:t>New indicators P11-PP14: Number of tests for SCD and Echocardiograms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368657D-8823-15A9-2914-E4ABE567EFAF}"/>
              </a:ext>
            </a:extLst>
          </p:cNvPr>
          <p:cNvSpPr/>
          <p:nvPr/>
        </p:nvSpPr>
        <p:spPr>
          <a:xfrm>
            <a:off x="379745" y="5644416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BE0DFF0-BADC-09D7-37F3-1F9CED609C20}"/>
              </a:ext>
            </a:extLst>
          </p:cNvPr>
          <p:cNvSpPr/>
          <p:nvPr/>
        </p:nvSpPr>
        <p:spPr>
          <a:xfrm>
            <a:off x="334615" y="8255521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7B9A5D-63D3-3863-731A-DF41BA008ECF}"/>
              </a:ext>
            </a:extLst>
          </p:cNvPr>
          <p:cNvSpPr/>
          <p:nvPr/>
        </p:nvSpPr>
        <p:spPr>
          <a:xfrm>
            <a:off x="360401" y="6457531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8F61587-9B7A-8E1C-5327-67CCC3CF731F}"/>
              </a:ext>
            </a:extLst>
          </p:cNvPr>
          <p:cNvSpPr/>
          <p:nvPr/>
        </p:nvSpPr>
        <p:spPr>
          <a:xfrm>
            <a:off x="360401" y="7212567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4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753745" lvl="1" indent="0">
              <a:buNone/>
            </a:pPr>
            <a:r>
              <a:rPr lang="en-US" sz="4400">
                <a:cs typeface="Calibri"/>
              </a:rPr>
              <a:t>We no longer require reporting for-</a:t>
            </a:r>
          </a:p>
          <a:p>
            <a:pPr marL="753745" lvl="1" indent="0">
              <a:buNone/>
            </a:pPr>
            <a:endParaRPr lang="en-US" sz="4400">
              <a:cs typeface="Calibri"/>
            </a:endParaRPr>
          </a:p>
          <a:p>
            <a:pPr marL="753745" lvl="1" indent="0">
              <a:buNone/>
            </a:pPr>
            <a:r>
              <a:rPr lang="en-US" sz="4400" b="1">
                <a:cs typeface="Calibri"/>
              </a:rPr>
              <a:t>PP4 </a:t>
            </a:r>
            <a:r>
              <a:rPr lang="en-US" sz="4400" b="1">
                <a:latin typeface="Calibri"/>
                <a:cs typeface="Calibri"/>
              </a:rPr>
              <a:t>Patients who had a visit within the last 3 months</a:t>
            </a:r>
          </a:p>
          <a:p>
            <a:pPr marL="753745" lvl="1" indent="0">
              <a:buNone/>
            </a:pPr>
            <a:endParaRPr lang="en-US">
              <a:cs typeface="Calibri" panose="020F0502020204030204"/>
            </a:endParaRPr>
          </a:p>
          <a:p>
            <a:pPr marL="1130300" lvl="1" indent="-376555"/>
            <a:endParaRPr lang="en-US">
              <a:cs typeface="Calibri" panose="020F0502020204030204"/>
            </a:endParaRPr>
          </a:p>
          <a:p>
            <a:pPr marL="376555" indent="-376555"/>
            <a:endParaRPr lang="en-US">
              <a:cs typeface="Calibri" panose="020F0502020204030204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Clinical reporting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5A820E3-D1E5-A09F-9FF1-A53FFD14178A}"/>
              </a:ext>
            </a:extLst>
          </p:cNvPr>
          <p:cNvSpPr/>
          <p:nvPr/>
        </p:nvSpPr>
        <p:spPr>
          <a:xfrm>
            <a:off x="4487333" y="6519241"/>
            <a:ext cx="5575622" cy="4416640"/>
          </a:xfrm>
          <a:prstGeom prst="ellipse">
            <a:avLst/>
          </a:prstGeom>
          <a:solidFill>
            <a:srgbClr val="009CA6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chemeClr val="tx1"/>
                </a:solidFill>
              </a:rPr>
              <a:t>Active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71692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Reminder – Clinical reporting Q4 (Active)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C3E7FB1-E9C3-0674-3E3A-88CF1B331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927095"/>
              </p:ext>
            </p:extLst>
          </p:nvPr>
        </p:nvGraphicFramePr>
        <p:xfrm>
          <a:off x="1862667" y="1829698"/>
          <a:ext cx="14427200" cy="4970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81" name="Oval 380">
            <a:extLst>
              <a:ext uri="{FF2B5EF4-FFF2-40B4-BE49-F238E27FC236}">
                <a16:creationId xmlns:a16="http://schemas.microsoft.com/office/drawing/2014/main" id="{DAF1259B-FE37-EE8C-F6D8-B24510AF11A2}"/>
              </a:ext>
            </a:extLst>
          </p:cNvPr>
          <p:cNvSpPr/>
          <p:nvPr/>
        </p:nvSpPr>
        <p:spPr>
          <a:xfrm>
            <a:off x="7005577" y="6998656"/>
            <a:ext cx="3322244" cy="345781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chemeClr val="tx1"/>
                </a:solidFill>
                <a:ea typeface="Calibri"/>
                <a:cs typeface="Calibri"/>
              </a:rPr>
              <a:t>Patients who had a visit in the last 3 months</a:t>
            </a:r>
            <a:endParaRPr lang="en-US" sz="3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621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3923" lvl="1" indent="0">
              <a:buNone/>
            </a:pPr>
            <a:endParaRPr lang="en-US"/>
          </a:p>
          <a:p>
            <a:pPr marL="753923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05155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Reminder – Clinical reporting Q4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C3E7FB1-E9C3-0674-3E3A-88CF1B331348}"/>
              </a:ext>
            </a:extLst>
          </p:cNvPr>
          <p:cNvGraphicFramePr/>
          <p:nvPr/>
        </p:nvGraphicFramePr>
        <p:xfrm>
          <a:off x="4753002" y="1829698"/>
          <a:ext cx="10097504" cy="4343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81" name="Oval 380">
            <a:extLst>
              <a:ext uri="{FF2B5EF4-FFF2-40B4-BE49-F238E27FC236}">
                <a16:creationId xmlns:a16="http://schemas.microsoft.com/office/drawing/2014/main" id="{DAF1259B-FE37-EE8C-F6D8-B24510AF11A2}"/>
              </a:ext>
            </a:extLst>
          </p:cNvPr>
          <p:cNvSpPr/>
          <p:nvPr/>
        </p:nvSpPr>
        <p:spPr>
          <a:xfrm>
            <a:off x="14653005" y="5841768"/>
            <a:ext cx="2552644" cy="20265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Patients who had a visit in the last 3 months</a:t>
            </a:r>
            <a:endParaRPr lang="en-US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C05CC1D2-BEAF-7783-46AA-16BDA9688FCA}"/>
              </a:ext>
            </a:extLst>
          </p:cNvPr>
          <p:cNvSpPr/>
          <p:nvPr/>
        </p:nvSpPr>
        <p:spPr>
          <a:xfrm>
            <a:off x="11008124" y="5841767"/>
            <a:ext cx="2552644" cy="20265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Patients who had did NOT have a visit in the last 3 months</a:t>
            </a:r>
            <a:endParaRPr lang="en-US"/>
          </a:p>
        </p:txBody>
      </p: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73F8CDC1-5F45-2BD9-E353-BE927B68D949}"/>
              </a:ext>
            </a:extLst>
          </p:cNvPr>
          <p:cNvCxnSpPr/>
          <p:nvPr/>
        </p:nvCxnSpPr>
        <p:spPr>
          <a:xfrm>
            <a:off x="14053048" y="4972775"/>
            <a:ext cx="1559569" cy="7912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8334FE95-FDD0-9E10-2B34-3346271A6F9E}"/>
              </a:ext>
            </a:extLst>
          </p:cNvPr>
          <p:cNvCxnSpPr>
            <a:cxnSpLocks/>
          </p:cNvCxnSpPr>
          <p:nvPr/>
        </p:nvCxnSpPr>
        <p:spPr>
          <a:xfrm flipH="1">
            <a:off x="12731792" y="4988373"/>
            <a:ext cx="1343660" cy="7756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A825CB3-6A29-6431-DC4A-167D28752D68}"/>
              </a:ext>
            </a:extLst>
          </p:cNvPr>
          <p:cNvCxnSpPr>
            <a:cxnSpLocks/>
          </p:cNvCxnSpPr>
          <p:nvPr/>
        </p:nvCxnSpPr>
        <p:spPr>
          <a:xfrm flipH="1" flipV="1">
            <a:off x="11319566" y="4890277"/>
            <a:ext cx="781745" cy="9870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0B25BFC2-BCC7-177F-F0B3-2FBCB79964B1}"/>
              </a:ext>
            </a:extLst>
          </p:cNvPr>
          <p:cNvCxnSpPr>
            <a:cxnSpLocks/>
          </p:cNvCxnSpPr>
          <p:nvPr/>
        </p:nvCxnSpPr>
        <p:spPr>
          <a:xfrm flipH="1" flipV="1">
            <a:off x="8541175" y="4921414"/>
            <a:ext cx="3404018" cy="9714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0A8BA285-5414-C10E-E6AA-76DD55B2F76A}"/>
              </a:ext>
            </a:extLst>
          </p:cNvPr>
          <p:cNvCxnSpPr>
            <a:cxnSpLocks/>
          </p:cNvCxnSpPr>
          <p:nvPr/>
        </p:nvCxnSpPr>
        <p:spPr>
          <a:xfrm flipH="1" flipV="1">
            <a:off x="5897875" y="4858978"/>
            <a:ext cx="6182379" cy="12522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282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3923" lvl="1" indent="0">
              <a:buNone/>
            </a:pPr>
            <a:endParaRPr lang="en-US"/>
          </a:p>
          <a:p>
            <a:pPr marL="753923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3922876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Reminder – Clinical reporting Q4 (Lost to follow-up)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3186610" y="76640"/>
            <a:ext cx="5399839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pic>
        <p:nvPicPr>
          <p:cNvPr id="6" name="Picture 5" descr="A list of medical information&#10;&#10;Description automatically generated">
            <a:extLst>
              <a:ext uri="{FF2B5EF4-FFF2-40B4-BE49-F238E27FC236}">
                <a16:creationId xmlns:a16="http://schemas.microsoft.com/office/drawing/2014/main" id="{8308B3B7-1A43-9F88-6AF2-EF90C525C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417" y="2822995"/>
            <a:ext cx="17985344" cy="716451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F426259-486F-CF85-1EF3-C2B3A3E5EB81}"/>
              </a:ext>
            </a:extLst>
          </p:cNvPr>
          <p:cNvSpPr/>
          <p:nvPr/>
        </p:nvSpPr>
        <p:spPr>
          <a:xfrm>
            <a:off x="254910" y="3007359"/>
            <a:ext cx="1013263" cy="272801"/>
          </a:xfrm>
          <a:prstGeom prst="rightArrow">
            <a:avLst/>
          </a:prstGeom>
          <a:solidFill>
            <a:srgbClr val="2E64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3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2669B5-3C40-3F2F-8FD8-6C0DD18699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965107"/>
              </p:ext>
            </p:extLst>
          </p:nvPr>
        </p:nvGraphicFramePr>
        <p:xfrm>
          <a:off x="889302" y="2375997"/>
          <a:ext cx="18300928" cy="785831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300928">
                  <a:extLst>
                    <a:ext uri="{9D8B030D-6E8A-4147-A177-3AD203B41FA5}">
                      <a16:colId xmlns:a16="http://schemas.microsoft.com/office/drawing/2014/main" val="660041103"/>
                    </a:ext>
                  </a:extLst>
                </a:gridCol>
              </a:tblGrid>
              <a:tr h="689324">
                <a:tc>
                  <a:txBody>
                    <a:bodyPr/>
                    <a:lstStyle/>
                    <a:p>
                      <a:r>
                        <a:rPr lang="en-US" sz="3200" dirty="0"/>
                        <a:t>Health Systems Reporting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1461"/>
                  </a:ext>
                </a:extLst>
              </a:tr>
              <a:tr h="1079943">
                <a:tc>
                  <a:txBody>
                    <a:bodyPr/>
                    <a:lstStyle/>
                    <a:p>
                      <a:pPr marL="1268095" lvl="1" indent="-514350" algn="l">
                        <a:buFont typeface="Wingdings"/>
                        <a:buChar char="q"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Disaggregation by type of provider- Doctor, Nurse, Other mid-level provider (CO), Other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0305417"/>
                  </a:ext>
                </a:extLst>
              </a:tr>
              <a:tr h="1217810">
                <a:tc>
                  <a:txBody>
                    <a:bodyPr/>
                    <a:lstStyle/>
                    <a:p>
                      <a:pPr marL="1268095" lvl="1" indent="-514350" algn="l">
                        <a:buFont typeface="Wingdings"/>
                        <a:buChar char="q"/>
                      </a:pPr>
                      <a:r>
                        <a:rPr lang="en-US" sz="3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Number of </a:t>
                      </a:r>
                      <a:r>
                        <a:rPr lang="en-US" sz="3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new</a:t>
                      </a:r>
                      <a:r>
                        <a:rPr lang="en-US" sz="3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clinical providers who completed didactic training 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 the past </a:t>
                      </a:r>
                      <a:r>
                        <a:rPr lang="en-US" sz="3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quarter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0276887"/>
                  </a:ext>
                </a:extLst>
              </a:tr>
              <a:tr h="1217810">
                <a:tc>
                  <a:txBody>
                    <a:bodyPr/>
                    <a:lstStyle/>
                    <a:p>
                      <a:pPr marL="1268095" lvl="1" indent="-514350" algn="l">
                        <a:buFont typeface="Wingdings"/>
                        <a:buChar char="q"/>
                      </a:pPr>
                      <a:r>
                        <a:rPr lang="en-US" sz="3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Number of </a:t>
                      </a:r>
                      <a:r>
                        <a:rPr lang="en-US" sz="3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previously</a:t>
                      </a:r>
                      <a:r>
                        <a:rPr lang="en-US" sz="3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trained clinical providers who completed didactic training in the past quarter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2745028"/>
                  </a:ext>
                </a:extLst>
              </a:tr>
              <a:tr h="1217810">
                <a:tc>
                  <a:txBody>
                    <a:bodyPr/>
                    <a:lstStyle/>
                    <a:p>
                      <a:pPr marL="1268095" lvl="1" indent="-514350" algn="l">
                        <a:buFont typeface="Wingdings"/>
                        <a:buChar char="q"/>
                      </a:pP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number of PEN-plus clinical providers working at the clinic (regardless of training)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7475534"/>
                  </a:ext>
                </a:extLst>
              </a:tr>
              <a:tr h="1217810">
                <a:tc>
                  <a:txBody>
                    <a:bodyPr/>
                    <a:lstStyle/>
                    <a:p>
                      <a:pPr marL="1268095" lvl="1" indent="-514350" algn="l">
                        <a:buFont typeface="Wingdings"/>
                        <a:buChar char="q"/>
                      </a:pP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Stock out days for key drugs during the last 3 months- Long acting insulin, short-acting insulin, penicillin, ACE-inhibitors, b-blockers, warfarin, hydroxyurea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8935039"/>
                  </a:ext>
                </a:extLst>
              </a:tr>
              <a:tr h="1217810">
                <a:tc>
                  <a:txBody>
                    <a:bodyPr/>
                    <a:lstStyle/>
                    <a:p>
                      <a:pPr marL="1268095" lvl="1" indent="-514350" algn="l">
                        <a:buFont typeface="Wingdings"/>
                        <a:buChar char="q"/>
                      </a:pPr>
                      <a:r>
                        <a:rPr lang="en-US" sz="3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Stock out days or malfunctioning days or key equipment and/or reagents during the last 3 months-  HbA1C tests. Glucometer, Glucose test strips, SCD rapid tests, Echocardiogram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2151342"/>
                  </a:ext>
                </a:extLst>
              </a:tr>
            </a:tbl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Review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1445BF-9F30-B4CD-063F-FAA89A365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006672"/>
              </p:ext>
            </p:extLst>
          </p:nvPr>
        </p:nvGraphicFramePr>
        <p:xfrm>
          <a:off x="6116055" y="6276660"/>
          <a:ext cx="5778500" cy="9525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78500">
                  <a:extLst>
                    <a:ext uri="{9D8B030D-6E8A-4147-A177-3AD203B41FA5}">
                      <a16:colId xmlns:a16="http://schemas.microsoft.com/office/drawing/2014/main" val="401478064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0791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2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511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/>
              </a:rPr>
              <a:t>What is New in Q4 – Review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2F145C-5DC6-25F3-551B-8BBB1BC53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909409"/>
              </p:ext>
            </p:extLst>
          </p:nvPr>
        </p:nvGraphicFramePr>
        <p:xfrm>
          <a:off x="1069358" y="2399501"/>
          <a:ext cx="17954624" cy="71548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54624">
                  <a:extLst>
                    <a:ext uri="{9D8B030D-6E8A-4147-A177-3AD203B41FA5}">
                      <a16:colId xmlns:a16="http://schemas.microsoft.com/office/drawing/2014/main" val="1018306001"/>
                    </a:ext>
                  </a:extLst>
                </a:gridCol>
              </a:tblGrid>
              <a:tr h="700548">
                <a:tc>
                  <a:txBody>
                    <a:bodyPr/>
                    <a:lstStyle/>
                    <a:p>
                      <a:r>
                        <a:rPr lang="en-US" sz="3200"/>
                        <a:t>Clinical Data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896973"/>
                  </a:ext>
                </a:extLst>
              </a:tr>
              <a:tr h="1189097">
                <a:tc>
                  <a:txBody>
                    <a:bodyPr/>
                    <a:lstStyle/>
                    <a:p>
                      <a:pPr marL="1211123" marR="0" lvl="1" indent="-45720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q"/>
                        <a:tabLst/>
                        <a:defRPr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PP2: Active patients &lt;30 years</a:t>
                      </a:r>
                      <a:endParaRPr lang="en-US" sz="30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4326008"/>
                  </a:ext>
                </a:extLst>
              </a:tr>
              <a:tr h="1189097">
                <a:tc>
                  <a:txBody>
                    <a:bodyPr/>
                    <a:lstStyle/>
                    <a:p>
                      <a:pPr marL="1210945" marR="0" lvl="1" indent="-457200" algn="l" fontAlgn="b">
                        <a:lnSpc>
                          <a:spcPct val="100000"/>
                        </a:lnSpc>
                        <a:buFont typeface="Wingdings"/>
                        <a:buChar char="q"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1210945" marR="0" lvl="1" indent="-457200" algn="l">
                        <a:lnSpc>
                          <a:spcPct val="100000"/>
                        </a:lnSpc>
                        <a:buFont typeface="Wingdings"/>
                        <a:buChar char="q"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PP4: Patients who had a visit within the last 3 months is no longer needed</a:t>
                      </a:r>
                    </a:p>
                    <a:p>
                      <a:pPr marL="457200" lvl="0" indent="-457200" algn="l">
                        <a:lnSpc>
                          <a:spcPct val="100000"/>
                        </a:lnSpc>
                        <a:buFont typeface="Wingdings"/>
                        <a:buChar char="q"/>
                      </a:pPr>
                      <a:endParaRPr lang="en-US" sz="30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7583808"/>
                  </a:ext>
                </a:extLst>
              </a:tr>
              <a:tr h="1260987">
                <a:tc>
                  <a:txBody>
                    <a:bodyPr/>
                    <a:lstStyle/>
                    <a:p>
                      <a:pPr marL="1210945" lvl="1" indent="-457200" algn="l" fontAlgn="b">
                        <a:buFont typeface="Wingdings"/>
                        <a:buChar char="q"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PP6: 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Patients lost to follow up in the LAST 3 MONTHS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0786096"/>
                  </a:ext>
                </a:extLst>
              </a:tr>
              <a:tr h="1260987">
                <a:tc>
                  <a:txBody>
                    <a:bodyPr/>
                    <a:lstStyle/>
                    <a:p>
                      <a:pPr marL="1210945" lvl="1" indent="-457200" algn="l" fontAlgn="b">
                        <a:buFont typeface="Wingdings"/>
                        <a:buChar char="q"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1210945" lvl="1" indent="-457200" algn="l">
                        <a:buFont typeface="Wingdings"/>
                        <a:buChar char="q"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PP11: Number of SCD tests, PP12: Number of positive SCD tests</a:t>
                      </a:r>
                    </a:p>
                    <a:p>
                      <a:pPr marL="1210945" lvl="1" indent="-457200" algn="l">
                        <a:buFont typeface="Wingdings"/>
                        <a:buChar char="q"/>
                      </a:pP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7551166"/>
                  </a:ext>
                </a:extLst>
              </a:tr>
              <a:tr h="1260986">
                <a:tc>
                  <a:txBody>
                    <a:bodyPr/>
                    <a:lstStyle/>
                    <a:p>
                      <a:pPr marL="1210945" lvl="1" indent="-457200" algn="l">
                        <a:buFont typeface="Wingdings"/>
                        <a:buChar char="q"/>
                      </a:pPr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PP13: Number of Echocardiograms, PP14: Number of Echocardiograms identifying pathology (RHD, congenital, Heart Failure, etc.) in the last 3 months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7079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080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1F60E3-622E-A327-975E-A97C9BFC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0" indent="-178">
              <a:buNone/>
            </a:pPr>
            <a:endParaRPr lang="en-US" sz="5059" b="1">
              <a:latin typeface="Calibri"/>
              <a:cs typeface="Calibri"/>
            </a:endParaRPr>
          </a:p>
          <a:p>
            <a:pPr marL="753745" lvl="1" indent="0">
              <a:buNone/>
            </a:pPr>
            <a:endParaRPr lang="en-US">
              <a:cs typeface="Calibri" panose="020F0502020204030204"/>
            </a:endParaRPr>
          </a:p>
          <a:p>
            <a:pPr marL="1130300" lvl="1" indent="-376555"/>
            <a:endParaRPr lang="en-US">
              <a:cs typeface="Calibri" panose="020F0502020204030204"/>
            </a:endParaRPr>
          </a:p>
          <a:p>
            <a:pPr marL="376555" indent="-376555"/>
            <a:endParaRPr lang="en-US">
              <a:cs typeface="Calibri" panose="020F0502020204030204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9359DE-2CD7-F480-2A27-FBD8EEB788EB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625036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What is New in Q4 – Narrative Question Ideas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E8BAD-37AA-857F-8BE2-900629690DE1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F9F9-4E8B-C990-CACF-8044C5C3F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538570C-BE93-627F-82B6-224421CA68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3798856"/>
              </p:ext>
            </p:extLst>
          </p:nvPr>
        </p:nvGraphicFramePr>
        <p:xfrm>
          <a:off x="3350683" y="1187097"/>
          <a:ext cx="13402733" cy="8935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E1EB16-6D2F-3232-A8D8-D1425967EF69}"/>
              </a:ext>
            </a:extLst>
          </p:cNvPr>
          <p:cNvCxnSpPr>
            <a:cxnSpLocks/>
          </p:cNvCxnSpPr>
          <p:nvPr/>
        </p:nvCxnSpPr>
        <p:spPr>
          <a:xfrm>
            <a:off x="12380686" y="5863771"/>
            <a:ext cx="1320800" cy="18288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A6385F-0227-4471-D2D1-69C377FBDBF2}"/>
              </a:ext>
            </a:extLst>
          </p:cNvPr>
          <p:cNvCxnSpPr>
            <a:cxnSpLocks/>
          </p:cNvCxnSpPr>
          <p:nvPr/>
        </p:nvCxnSpPr>
        <p:spPr>
          <a:xfrm flipH="1">
            <a:off x="14354629" y="5654675"/>
            <a:ext cx="621090" cy="20378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E63D72-1168-68FB-ADC6-20B93FCE2CE4}"/>
              </a:ext>
            </a:extLst>
          </p:cNvPr>
          <p:cNvSpPr txBox="1"/>
          <p:nvPr/>
        </p:nvSpPr>
        <p:spPr>
          <a:xfrm>
            <a:off x="11842447" y="8279808"/>
            <a:ext cx="567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“Digital Health Information Systems”</a:t>
            </a:r>
          </a:p>
        </p:txBody>
      </p:sp>
    </p:spTree>
    <p:extLst>
      <p:ext uri="{BB962C8B-B14F-4D97-AF65-F5344CB8AC3E}">
        <p14:creationId xmlns:p14="http://schemas.microsoft.com/office/powerpoint/2010/main" val="1002860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What is New in Q4 – Narrative Question Ideas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828259-CF26-C06A-DAF8-1FC09298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057" y="2117709"/>
            <a:ext cx="18004145" cy="8461160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1648"/>
              </a:spcBef>
              <a:buNone/>
            </a:pPr>
            <a:r>
              <a:rPr lang="en-US" sz="3200">
                <a:cs typeface="Calibri"/>
              </a:rPr>
              <a:t>Do you collect patient-level data using a digital health information system to track NCD care (Not including Excel, Kobo toolbox and other databases):  ☐ YES   ☐ No</a:t>
            </a:r>
          </a:p>
          <a:p>
            <a:pPr marL="0" indent="0">
              <a:spcBef>
                <a:spcPts val="1648"/>
              </a:spcBef>
              <a:buNone/>
            </a:pPr>
            <a:endParaRPr lang="en-US" sz="2800">
              <a:ea typeface="Calibri"/>
              <a:cs typeface="Calibri"/>
            </a:endParaRPr>
          </a:p>
          <a:p>
            <a:pPr marL="753745" lvl="1" indent="0">
              <a:spcBef>
                <a:spcPts val="1648"/>
              </a:spcBef>
              <a:buNone/>
            </a:pPr>
            <a:r>
              <a:rPr lang="en-US" sz="2800" b="1">
                <a:cs typeface="Calibri"/>
              </a:rPr>
              <a:t>If yes</a:t>
            </a:r>
            <a:r>
              <a:rPr lang="en-US" sz="2800">
                <a:cs typeface="Calibri"/>
              </a:rPr>
              <a:t>, what is the name of the software(s) used?  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 err="1">
                <a:cs typeface="Calibri"/>
              </a:rPr>
              <a:t>OpenMRS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 err="1">
                <a:cs typeface="Calibri"/>
              </a:rPr>
              <a:t>OpenSRP</a:t>
            </a:r>
            <a:r>
              <a:rPr lang="en-US" sz="2800">
                <a:cs typeface="Calibri"/>
              </a:rPr>
              <a:t> / ONA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>
                <a:cs typeface="Calibri"/>
              </a:rPr>
              <a:t>DHIS2 (patient level data) 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 err="1">
                <a:cs typeface="Calibri"/>
              </a:rPr>
              <a:t>Bahmni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 err="1">
                <a:cs typeface="Calibri"/>
              </a:rPr>
              <a:t>CommCare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 err="1">
                <a:cs typeface="Calibri"/>
              </a:rPr>
              <a:t>SmartCarre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>
                <a:cs typeface="Calibri"/>
              </a:rPr>
              <a:t>BAOBA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>
                <a:cs typeface="Calibri"/>
              </a:rPr>
              <a:t>SPICE / Medtronic Labs</a:t>
            </a:r>
            <a:endParaRPr lang="en-US" sz="2800">
              <a:ea typeface="Calibri"/>
              <a:cs typeface="Calibri"/>
            </a:endParaRPr>
          </a:p>
          <a:p>
            <a:pPr marL="1130300" lvl="1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r>
              <a:rPr lang="en-US" sz="2800">
                <a:cs typeface="Calibri"/>
              </a:rPr>
              <a:t>Other Please specify ___________</a:t>
            </a:r>
            <a:endParaRPr lang="en-US" sz="2800">
              <a:ea typeface="Calibri"/>
              <a:cs typeface="Calibri"/>
            </a:endParaRPr>
          </a:p>
          <a:p>
            <a:pPr marL="0" indent="0">
              <a:spcBef>
                <a:spcPts val="1648"/>
              </a:spcBef>
              <a:buNone/>
            </a:pPr>
            <a:r>
              <a:rPr lang="en-US" sz="2800">
                <a:cs typeface="Calibri"/>
              </a:rPr>
              <a:t>Note: If multiple software’s are used, please mention all and specify how they are used</a:t>
            </a:r>
            <a:br>
              <a:rPr lang="en-US" sz="3200">
                <a:cs typeface="Calibri"/>
              </a:rPr>
            </a:br>
            <a:endParaRPr lang="en-US" sz="3200">
              <a:ea typeface="Calibri"/>
              <a:cs typeface="Calibri"/>
            </a:endParaRPr>
          </a:p>
          <a:p>
            <a:pPr marL="0" indent="0">
              <a:buNone/>
            </a:pPr>
            <a:endParaRPr lang="en-US" sz="2800">
              <a:cs typeface="Calibri"/>
            </a:endParaRPr>
          </a:p>
          <a:p>
            <a:pPr marL="376555" indent="-376555">
              <a:spcBef>
                <a:spcPts val="1648"/>
              </a:spcBef>
              <a:buFont typeface="Wingdings" panose="020B0604020202020204" pitchFamily="34" charset="0"/>
              <a:buChar char="q"/>
            </a:pPr>
            <a:endParaRPr lang="en-US" sz="1800">
              <a:ea typeface="Calibri" panose="020F0502020204030204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52FF4-6D16-D811-8383-1F3FC4DE6EA9}"/>
              </a:ext>
            </a:extLst>
          </p:cNvPr>
          <p:cNvSpPr txBox="1"/>
          <p:nvPr/>
        </p:nvSpPr>
        <p:spPr>
          <a:xfrm>
            <a:off x="10601156" y="3840638"/>
            <a:ext cx="7310026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Calibri"/>
                <a:cs typeface="Calibri"/>
              </a:rPr>
              <a:t>If 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Calibri"/>
                <a:cs typeface="Calibri"/>
              </a:rPr>
              <a:t>what do you need to be able to implement a digital health information system?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Calibri"/>
                <a:cs typeface="Calibri"/>
              </a:rPr>
              <a:t>Where are you in the process of digitization?</a:t>
            </a:r>
          </a:p>
          <a:p>
            <a:r>
              <a:rPr lang="en-US" sz="2800">
                <a:ea typeface="Calibri"/>
                <a:cs typeface="Calibri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Calibri"/>
                <a:cs typeface="Calibri"/>
              </a:rPr>
              <a:t>Are there digital health information systems you are considering? </a:t>
            </a:r>
          </a:p>
          <a:p>
            <a:endParaRPr lang="en-US"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F62BE8-4ACD-E5D3-D9E7-EE49167682FF}"/>
              </a:ext>
            </a:extLst>
          </p:cNvPr>
          <p:cNvCxnSpPr/>
          <p:nvPr/>
        </p:nvCxnSpPr>
        <p:spPr>
          <a:xfrm flipH="1">
            <a:off x="6662199" y="3093301"/>
            <a:ext cx="1666422" cy="6882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ADD9CA-FBAD-AE5F-4986-9CF5C15C4528}"/>
              </a:ext>
            </a:extLst>
          </p:cNvPr>
          <p:cNvCxnSpPr>
            <a:cxnSpLocks/>
          </p:cNvCxnSpPr>
          <p:nvPr/>
        </p:nvCxnSpPr>
        <p:spPr>
          <a:xfrm>
            <a:off x="8980431" y="3211008"/>
            <a:ext cx="1865642" cy="629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140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What is New in Q4 – Narrative Question Ideas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828259-CF26-C06A-DAF8-1FC09298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926" y="2386802"/>
            <a:ext cx="17339786" cy="7175679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1648"/>
              </a:spcBef>
              <a:buNone/>
            </a:pPr>
            <a:r>
              <a:rPr lang="en-US" sz="4400">
                <a:ea typeface="Calibri" panose="020F0502020204030204"/>
                <a:cs typeface="Calibri"/>
              </a:rPr>
              <a:t>What challenges are you facing or have you faced related to implementing a digital health information system?</a:t>
            </a:r>
          </a:p>
          <a:p>
            <a:pPr marL="0" indent="0">
              <a:spcBef>
                <a:spcPts val="1648"/>
              </a:spcBef>
              <a:buNone/>
            </a:pPr>
            <a:endParaRPr lang="en-US" sz="4400">
              <a:ea typeface="Calibri" panose="020F0502020204030204"/>
              <a:cs typeface="Calibri"/>
            </a:endParaRPr>
          </a:p>
          <a:p>
            <a:pPr marL="0" indent="0">
              <a:spcBef>
                <a:spcPts val="1648"/>
              </a:spcBef>
              <a:buNone/>
            </a:pPr>
            <a:r>
              <a:rPr lang="en-US" sz="4400">
                <a:ea typeface="Calibri" panose="020F0502020204030204"/>
                <a:cs typeface="Calibri"/>
              </a:rPr>
              <a:t>What steps are you taking (if any) to overcome these challenges?</a:t>
            </a:r>
          </a:p>
          <a:p>
            <a:pPr marL="0" indent="0">
              <a:spcBef>
                <a:spcPts val="1648"/>
              </a:spcBef>
              <a:buNone/>
            </a:pPr>
            <a:endParaRPr lang="en-US" sz="4400">
              <a:ea typeface="Calibri" panose="020F0502020204030204"/>
              <a:cs typeface="Calibri"/>
            </a:endParaRPr>
          </a:p>
          <a:p>
            <a:pPr marL="0" indent="0">
              <a:spcBef>
                <a:spcPts val="1648"/>
              </a:spcBef>
              <a:buNone/>
            </a:pPr>
            <a:r>
              <a:rPr lang="en-US" sz="4400">
                <a:ea typeface="Calibri" panose="020F0502020204030204"/>
                <a:cs typeface="Calibri"/>
              </a:rPr>
              <a:t>Is there and Electronic Medical Record system you eventually want to implement? If yes, which one and what would you need in order to implement it?</a:t>
            </a:r>
          </a:p>
          <a:p>
            <a:pPr marL="0" indent="0">
              <a:spcBef>
                <a:spcPts val="1648"/>
              </a:spcBef>
              <a:buNone/>
            </a:pPr>
            <a:endParaRPr lang="en-US" sz="3200">
              <a:ea typeface="Calibri" panose="020F0502020204030204"/>
              <a:cs typeface="Calibri"/>
            </a:endParaRPr>
          </a:p>
          <a:p>
            <a:pPr marL="0" indent="0">
              <a:spcBef>
                <a:spcPts val="1648"/>
              </a:spcBef>
              <a:buNone/>
            </a:pPr>
            <a:endParaRPr lang="en-US" sz="3200">
              <a:ea typeface="Calibri" panose="020F0502020204030204"/>
              <a:cs typeface="Calibri"/>
            </a:endParaRPr>
          </a:p>
          <a:p>
            <a:pPr marL="0" indent="0">
              <a:spcBef>
                <a:spcPts val="1648"/>
              </a:spcBef>
              <a:buNone/>
            </a:pPr>
            <a:endParaRPr lang="en-US" sz="3200">
              <a:ea typeface="Calibri" panose="020F0502020204030204"/>
              <a:cs typeface="Calibri"/>
            </a:endParaRPr>
          </a:p>
          <a:p>
            <a:pPr marL="0" indent="0">
              <a:spcBef>
                <a:spcPts val="1648"/>
              </a:spcBef>
              <a:buNone/>
            </a:pPr>
            <a:endParaRPr lang="en-US" sz="3200">
              <a:ea typeface="Calibri" panose="020F0502020204030204"/>
              <a:cs typeface="Calibri"/>
            </a:endParaRPr>
          </a:p>
          <a:p>
            <a:pPr marL="376555" indent="-376555">
              <a:spcBef>
                <a:spcPts val="1648"/>
              </a:spcBef>
            </a:pPr>
            <a:endParaRPr lang="en-US" sz="1800">
              <a:ea typeface="Calibri" panose="020F0502020204030204"/>
              <a:cs typeface="Calibri"/>
            </a:endParaRPr>
          </a:p>
          <a:p>
            <a:pPr marL="0" indent="0">
              <a:buNone/>
            </a:pPr>
            <a:br>
              <a:rPr lang="en-US"/>
            </a:br>
            <a:endParaRPr lang="en-US" sz="1800">
              <a:cs typeface="Calibri"/>
            </a:endParaRPr>
          </a:p>
          <a:p>
            <a:pPr marL="376555" indent="-376555">
              <a:spcBef>
                <a:spcPts val="1648"/>
              </a:spcBef>
            </a:pPr>
            <a:endParaRPr lang="en-US" sz="1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8092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What is New in Q4 – Tally sheet changes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pic>
        <p:nvPicPr>
          <p:cNvPr id="6" name="Picture 5" descr="A chart with text and numbers&#10;&#10;Description automatically generated">
            <a:extLst>
              <a:ext uri="{FF2B5EF4-FFF2-40B4-BE49-F238E27FC236}">
                <a16:creationId xmlns:a16="http://schemas.microsoft.com/office/drawing/2014/main" id="{80B20DF4-2D56-880E-7891-C4284A75E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326" y="2420249"/>
            <a:ext cx="15434788" cy="87927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D8EB35-77DD-3C93-000F-E29C34123A5C}"/>
              </a:ext>
            </a:extLst>
          </p:cNvPr>
          <p:cNvSpPr/>
          <p:nvPr/>
        </p:nvSpPr>
        <p:spPr>
          <a:xfrm>
            <a:off x="8544229" y="3392572"/>
            <a:ext cx="1496865" cy="936849"/>
          </a:xfrm>
          <a:prstGeom prst="rect">
            <a:avLst/>
          </a:prstGeom>
          <a:noFill/>
          <a:ln w="57150">
            <a:solidFill>
              <a:srgbClr val="2E64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700F4C-D587-177C-6D6F-F66A08B904EF}"/>
              </a:ext>
            </a:extLst>
          </p:cNvPr>
          <p:cNvSpPr/>
          <p:nvPr/>
        </p:nvSpPr>
        <p:spPr>
          <a:xfrm>
            <a:off x="11171622" y="3394164"/>
            <a:ext cx="1352439" cy="922403"/>
          </a:xfrm>
          <a:prstGeom prst="rect">
            <a:avLst/>
          </a:prstGeom>
          <a:noFill/>
          <a:ln w="57150">
            <a:solidFill>
              <a:srgbClr val="2E64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0609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CE2FE6-A92C-BB5A-EEA0-F338C6B5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892" y="2495503"/>
            <a:ext cx="16676938" cy="852525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What is New in Q4 – Tally sheet changes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700F4C-D587-177C-6D6F-F66A08B904EF}"/>
              </a:ext>
            </a:extLst>
          </p:cNvPr>
          <p:cNvSpPr/>
          <p:nvPr/>
        </p:nvSpPr>
        <p:spPr>
          <a:xfrm>
            <a:off x="14746405" y="2494068"/>
            <a:ext cx="2926682" cy="864629"/>
          </a:xfrm>
          <a:prstGeom prst="rect">
            <a:avLst/>
          </a:prstGeom>
          <a:noFill/>
          <a:ln w="57150">
            <a:solidFill>
              <a:srgbClr val="2E64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4EAEFF0E-50F1-A618-1663-9D19E078C830}"/>
              </a:ext>
            </a:extLst>
          </p:cNvPr>
          <p:cNvSpPr/>
          <p:nvPr/>
        </p:nvSpPr>
        <p:spPr>
          <a:xfrm>
            <a:off x="17685192" y="5888134"/>
            <a:ext cx="1128388" cy="3487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5C81FE1-FB22-5C40-7097-4DB2DDB3EF08}"/>
              </a:ext>
            </a:extLst>
          </p:cNvPr>
          <p:cNvSpPr/>
          <p:nvPr/>
        </p:nvSpPr>
        <p:spPr>
          <a:xfrm>
            <a:off x="17701835" y="10375965"/>
            <a:ext cx="1128388" cy="3487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CFC3723-5AD4-BC36-3A97-BD4AA4A3BD16}"/>
              </a:ext>
            </a:extLst>
          </p:cNvPr>
          <p:cNvSpPr/>
          <p:nvPr/>
        </p:nvSpPr>
        <p:spPr>
          <a:xfrm>
            <a:off x="17702893" y="7022677"/>
            <a:ext cx="1128388" cy="3487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5DA88CD0-9DBB-907D-8EDC-E42E8DFEFAB0}"/>
              </a:ext>
            </a:extLst>
          </p:cNvPr>
          <p:cNvSpPr/>
          <p:nvPr/>
        </p:nvSpPr>
        <p:spPr>
          <a:xfrm>
            <a:off x="17703951" y="8758231"/>
            <a:ext cx="1128388" cy="3487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83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90FD2A9-C74B-4A6A-9522-27405B3F65CB}"/>
              </a:ext>
            </a:extLst>
          </p:cNvPr>
          <p:cNvSpPr/>
          <p:nvPr/>
        </p:nvSpPr>
        <p:spPr>
          <a:xfrm>
            <a:off x="0" y="16669"/>
            <a:ext cx="20104100" cy="11308556"/>
          </a:xfrm>
          <a:prstGeom prst="rect">
            <a:avLst/>
          </a:prstGeom>
          <a:solidFill>
            <a:srgbClr val="135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>
              <a:solidFill>
                <a:srgbClr val="2E649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1B0CF-AFD4-40E8-B045-FF64C32162B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759110" y="7916386"/>
            <a:ext cx="10578940" cy="1129616"/>
          </a:xfrm>
        </p:spPr>
        <p:txBody>
          <a:bodyPr/>
          <a:lstStyle/>
          <a:p>
            <a:pPr lvl="0"/>
            <a:r>
              <a:rPr lang="en-US" sz="11873">
                <a:solidFill>
                  <a:srgbClr val="4AA046"/>
                </a:solidFill>
              </a:rPr>
              <a:t>Questions and Feedback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37E6A7-49DE-488C-9EB9-2B47FAEB040C}"/>
              </a:ext>
            </a:extLst>
          </p:cNvPr>
          <p:cNvSpPr/>
          <p:nvPr/>
        </p:nvSpPr>
        <p:spPr>
          <a:xfrm>
            <a:off x="0" y="9298544"/>
            <a:ext cx="12033250" cy="166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B22DC9-A466-21A9-13F5-5A730F98F0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301" y="7916387"/>
            <a:ext cx="1256506" cy="11325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04E7D3-4612-14BA-AA2E-5A614DCF58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650" y="9046002"/>
            <a:ext cx="2971800" cy="162953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366625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Q3 Review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CF2C45-F4E5-1D43-D3CF-D912A4D8AB5A}"/>
              </a:ext>
            </a:extLst>
          </p:cNvPr>
          <p:cNvSpPr txBox="1"/>
          <p:nvPr/>
        </p:nvSpPr>
        <p:spPr>
          <a:xfrm>
            <a:off x="5024887" y="5474262"/>
            <a:ext cx="10049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17483C3-BC3A-B724-DEB3-52961E4F6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65274"/>
            <a:ext cx="19507200" cy="62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11ABC0-DCFE-D22E-3CB5-34D3DB395A7D}"/>
              </a:ext>
            </a:extLst>
          </p:cNvPr>
          <p:cNvSpPr txBox="1"/>
          <p:nvPr/>
        </p:nvSpPr>
        <p:spPr>
          <a:xfrm>
            <a:off x="16269420" y="2403329"/>
            <a:ext cx="3524724" cy="1569660"/>
          </a:xfrm>
          <a:prstGeom prst="rect">
            <a:avLst/>
          </a:prstGeom>
          <a:noFill/>
          <a:ln>
            <a:solidFill>
              <a:srgbClr val="2E6498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Total active across PEN-Plus expansion clinics: 15218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1210363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Q3 Review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A842B8-86A2-612B-317B-89A9EE59FF45}"/>
              </a:ext>
            </a:extLst>
          </p:cNvPr>
          <p:cNvSpPr txBox="1"/>
          <p:nvPr/>
        </p:nvSpPr>
        <p:spPr>
          <a:xfrm>
            <a:off x="16820277" y="2529064"/>
            <a:ext cx="2973656" cy="4524315"/>
          </a:xfrm>
          <a:prstGeom prst="rect">
            <a:avLst/>
          </a:prstGeom>
          <a:noFill/>
          <a:ln>
            <a:solidFill>
              <a:srgbClr val="2E6498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Totals for sentinel conditions across PEN-Plus expansion-</a:t>
            </a:r>
          </a:p>
          <a:p>
            <a:r>
              <a:rPr lang="en-US" sz="3200">
                <a:ea typeface="Calibri"/>
                <a:cs typeface="Calibri"/>
              </a:rPr>
              <a:t>T1D:1144</a:t>
            </a:r>
          </a:p>
          <a:p>
            <a:r>
              <a:rPr lang="en-US" sz="3200">
                <a:ea typeface="Calibri"/>
                <a:cs typeface="Calibri"/>
              </a:rPr>
              <a:t>SCD: 3177</a:t>
            </a:r>
          </a:p>
          <a:p>
            <a:r>
              <a:rPr lang="en-US" sz="3200">
                <a:ea typeface="Calibri"/>
                <a:cs typeface="Calibri"/>
              </a:rPr>
              <a:t>RHD: 255</a:t>
            </a:r>
          </a:p>
          <a:p>
            <a:r>
              <a:rPr lang="en-US" sz="3200">
                <a:ea typeface="Calibri"/>
                <a:cs typeface="Calibri"/>
              </a:rPr>
              <a:t>CHD:101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108B49-1D39-458B-ADEF-3211879C93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211" y="2121810"/>
            <a:ext cx="13676451" cy="845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4893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D6454-116B-7077-B21C-0A305FF9B230}"/>
              </a:ext>
            </a:extLst>
          </p:cNvPr>
          <p:cNvSpPr txBox="1">
            <a:spLocks/>
          </p:cNvSpPr>
          <p:nvPr/>
        </p:nvSpPr>
        <p:spPr>
          <a:xfrm>
            <a:off x="755650" y="730934"/>
            <a:ext cx="11353799" cy="69442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 algn="l" defTabSz="15078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5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4400" b="1" spc="20">
                <a:solidFill>
                  <a:srgbClr val="2E6498"/>
                </a:solidFill>
                <a:latin typeface="Franklin Gothic Medium" panose="020B0603020102020204" pitchFamily="34" charset="0"/>
              </a:rPr>
              <a:t>Q3 Review</a:t>
            </a:r>
            <a:endParaRPr lang="en-US" sz="4400" b="1">
              <a:solidFill>
                <a:srgbClr val="2E6498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C7DB9-E8F6-E170-D05F-E5A0967FF68C}"/>
              </a:ext>
            </a:extLst>
          </p:cNvPr>
          <p:cNvSpPr/>
          <p:nvPr/>
        </p:nvSpPr>
        <p:spPr>
          <a:xfrm>
            <a:off x="12925020" y="76640"/>
            <a:ext cx="5661430" cy="138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532A-EBB3-B5DB-8072-826E69E62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9850" y="76640"/>
            <a:ext cx="2971800" cy="1629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A68047-6AD1-DC39-9D4B-B3FCB9F4A976}"/>
              </a:ext>
            </a:extLst>
          </p:cNvPr>
          <p:cNvSpPr txBox="1"/>
          <p:nvPr/>
        </p:nvSpPr>
        <p:spPr>
          <a:xfrm>
            <a:off x="16640826" y="2614841"/>
            <a:ext cx="2981835" cy="1569660"/>
          </a:xfrm>
          <a:prstGeom prst="rect">
            <a:avLst/>
          </a:prstGeom>
          <a:noFill/>
          <a:ln>
            <a:solidFill>
              <a:srgbClr val="2E6498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Average %LTFU for all conditions is 13.59%</a:t>
            </a:r>
            <a:endParaRPr lang="en-US" sz="3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A132FD-A6D7-BAD5-A531-5E7057F2E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2411641"/>
            <a:ext cx="13563600" cy="840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5109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IS Bann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bcafae-07b1-4584-aa05-f8313ee0ea3a">
      <Terms xmlns="http://schemas.microsoft.com/office/infopath/2007/PartnerControls"/>
    </lcf76f155ced4ddcb4097134ff3c332f>
    <TaxCatchAll xmlns="807fdd03-0e92-451e-831b-0147adef79f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CB4F77B74C504CB25A3A88D5179A47" ma:contentTypeVersion="13" ma:contentTypeDescription="Create a new document." ma:contentTypeScope="" ma:versionID="71573cfc961cea521b4af748e9ac5abd">
  <xsd:schema xmlns:xsd="http://www.w3.org/2001/XMLSchema" xmlns:xs="http://www.w3.org/2001/XMLSchema" xmlns:p="http://schemas.microsoft.com/office/2006/metadata/properties" xmlns:ns2="47bcafae-07b1-4584-aa05-f8313ee0ea3a" xmlns:ns3="807fdd03-0e92-451e-831b-0147adef79fb" targetNamespace="http://schemas.microsoft.com/office/2006/metadata/properties" ma:root="true" ma:fieldsID="2044906b7f8d758771427975efdbc26e" ns2:_="" ns3:_="">
    <xsd:import namespace="47bcafae-07b1-4584-aa05-f8313ee0ea3a"/>
    <xsd:import namespace="807fdd03-0e92-451e-831b-0147adef7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bcafae-07b1-4584-aa05-f8313ee0ea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60c9a04-0a06-4c47-89e2-9dbcedd85f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fdd03-0e92-451e-831b-0147adef7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b9c71a9-74fb-4ce7-9ce2-6a530eb84b68}" ma:internalName="TaxCatchAll" ma:showField="CatchAllData" ma:web="807fdd03-0e92-451e-831b-0147adef7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446611-14D5-483D-B7E4-63227E5FC3FE}">
  <ds:schemaRefs>
    <ds:schemaRef ds:uri="47bcafae-07b1-4584-aa05-f8313ee0ea3a"/>
    <ds:schemaRef ds:uri="807fdd03-0e92-451e-831b-0147adef79f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54571F4-2810-4448-91CB-0FE789144EF3}">
  <ds:schemaRefs>
    <ds:schemaRef ds:uri="47bcafae-07b1-4584-aa05-f8313ee0ea3a"/>
    <ds:schemaRef ds:uri="807fdd03-0e92-451e-831b-0147adef79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0048925-285A-4D3B-A678-5BDAD8CE0B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1520</Words>
  <Application>Microsoft Macintosh PowerPoint</Application>
  <PresentationFormat>Custom</PresentationFormat>
  <Paragraphs>266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Bebas Neue</vt:lpstr>
      <vt:lpstr>Calibri</vt:lpstr>
      <vt:lpstr>Calibri Light</vt:lpstr>
      <vt:lpstr>Franklin Gothic Medium</vt:lpstr>
      <vt:lpstr>Montserrat</vt:lpstr>
      <vt:lpstr>Roboto</vt:lpstr>
      <vt:lpstr>Times New Roman</vt:lpstr>
      <vt:lpstr>Wingdings</vt:lpstr>
      <vt:lpstr>CIS Banner</vt:lpstr>
      <vt:lpstr>Custom Design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Bukhman. Q3Y1 HCT:JDRF. 10Aug21</dc:title>
  <dc:creator>Emmanuel Mensah</dc:creator>
  <cp:lastModifiedBy>Domingues, Katia</cp:lastModifiedBy>
  <cp:revision>2</cp:revision>
  <dcterms:created xsi:type="dcterms:W3CDTF">2021-09-21T15:31:11Z</dcterms:created>
  <dcterms:modified xsi:type="dcterms:W3CDTF">2024-12-13T20:48:40Z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2021-08-10T00:00:00Z</vt:filetime>
  </property>
  <property fmtid="{D5CDD505-2E9C-101B-9397-08002B2CF9AE}" pid="3" name="Creator">
    <vt:lpwstr>Keynote</vt:lpwstr>
  </property>
  <property fmtid="{D5CDD505-2E9C-101B-9397-08002B2CF9AE}" pid="4" name="LastSaved">
    <vt:filetime>2021-09-21T00:00:00Z</vt:filetime>
  </property>
  <property fmtid="{D5CDD505-2E9C-101B-9397-08002B2CF9AE}" pid="5" name="ContentTypeId">
    <vt:lpwstr>0x0101007ACB4F77B74C504CB25A3A88D5179A47</vt:lpwstr>
  </property>
  <property fmtid="{D5CDD505-2E9C-101B-9397-08002B2CF9AE}" pid="6" name="MediaServiceImageTags">
    <vt:lpwstr/>
  </property>
</Properties>
</file>